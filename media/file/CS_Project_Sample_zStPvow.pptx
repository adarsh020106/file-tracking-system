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48" r:id="rId2"/>
    <p:sldMasterId id="2147483658" r:id="rId3"/>
  </p:sldMasterIdLst>
  <p:notesMasterIdLst>
    <p:notesMasterId r:id="rId17"/>
  </p:notesMasterIdLst>
  <p:handoutMasterIdLst>
    <p:handoutMasterId r:id="rId18"/>
  </p:handoutMasterIdLst>
  <p:sldIdLst>
    <p:sldId id="256" r:id="rId4"/>
    <p:sldId id="284" r:id="rId5"/>
    <p:sldId id="285" r:id="rId6"/>
    <p:sldId id="262" r:id="rId7"/>
    <p:sldId id="259" r:id="rId8"/>
    <p:sldId id="397" r:id="rId9"/>
    <p:sldId id="398" r:id="rId10"/>
    <p:sldId id="325" r:id="rId11"/>
    <p:sldId id="402" r:id="rId12"/>
    <p:sldId id="298" r:id="rId13"/>
    <p:sldId id="281" r:id="rId14"/>
    <p:sldId id="400" r:id="rId15"/>
    <p:sldId id="287" r:id="rId16"/>
  </p:sldIdLst>
  <p:sldSz cx="9144000" cy="5143500" type="screen16x9"/>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B856"/>
    <a:srgbClr val="1CBBB4"/>
    <a:srgbClr val="9FED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12" autoAdjust="0"/>
    <p:restoredTop sz="95360" autoAdjust="0"/>
  </p:normalViewPr>
  <p:slideViewPr>
    <p:cSldViewPr showGuides="1">
      <p:cViewPr varScale="1">
        <p:scale>
          <a:sx n="104" d="100"/>
          <a:sy n="104" d="100"/>
        </p:scale>
        <p:origin x="859" y="72"/>
      </p:cViewPr>
      <p:guideLst>
        <p:guide orient="horz" pos="1620"/>
        <p:guide pos="2880"/>
      </p:guideLst>
    </p:cSldViewPr>
  </p:slideViewPr>
  <p:notesTextViewPr>
    <p:cViewPr>
      <p:scale>
        <a:sx n="1" d="1"/>
        <a:sy n="1" d="1"/>
      </p:scale>
      <p:origin x="0" y="0"/>
    </p:cViewPr>
  </p:notesTextViewPr>
  <p:notesViewPr>
    <p:cSldViewPr showGuides="1">
      <p:cViewPr varScale="1">
        <p:scale>
          <a:sx n="83" d="100"/>
          <a:sy n="83" d="100"/>
        </p:scale>
        <p:origin x="-319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870647C-2142-49BD-86CE-ED609DF61204}" type="datetimeFigureOut">
              <a:rPr lang="ko-KR" altLang="en-US" smtClean="0"/>
              <a:t>2026-07-18</a:t>
            </a:fld>
            <a:endParaRPr lang="ko-KR" alt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D46AFA7-4971-4E87-AA3D-540E429FAD85}" type="slidenum">
              <a:rPr lang="ko-KR" altLang="en-US" smtClean="0"/>
              <a:t>‹#›</a:t>
            </a:fld>
            <a:endParaRPr lang="ko-KR" altLang="en-US"/>
          </a:p>
        </p:txBody>
      </p:sp>
    </p:spTree>
    <p:extLst>
      <p:ext uri="{BB962C8B-B14F-4D97-AF65-F5344CB8AC3E}">
        <p14:creationId xmlns:p14="http://schemas.microsoft.com/office/powerpoint/2010/main" val="293197948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ADFE15-6179-4579-ADBF-D18E81C13FE2}" type="datetimeFigureOut">
              <a:rPr lang="ko-KR" altLang="en-US" smtClean="0"/>
              <a:t>2026-07-18</a:t>
            </a:fld>
            <a:endParaRPr lang="ko-KR" alt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8CCC151-D09E-4313-86BF-DE81850A7CA1}" type="slidenum">
              <a:rPr lang="ko-KR" altLang="en-US" smtClean="0"/>
              <a:t>‹#›</a:t>
            </a:fld>
            <a:endParaRPr lang="ko-KR" altLang="en-US"/>
          </a:p>
        </p:txBody>
      </p:sp>
    </p:spTree>
    <p:extLst>
      <p:ext uri="{BB962C8B-B14F-4D97-AF65-F5344CB8AC3E}">
        <p14:creationId xmlns:p14="http://schemas.microsoft.com/office/powerpoint/2010/main" val="4158317734"/>
      </p:ext>
    </p:extLst>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4"/>
        </a:solidFill>
        <a:effectLst/>
      </p:bgPr>
    </p:bg>
    <p:spTree>
      <p:nvGrpSpPr>
        <p:cNvPr id="1" name=""/>
        <p:cNvGrpSpPr/>
        <p:nvPr/>
      </p:nvGrpSpPr>
      <p:grpSpPr>
        <a:xfrm>
          <a:off x="0" y="0"/>
          <a:ext cx="0" cy="0"/>
          <a:chOff x="0" y="0"/>
          <a:chExt cx="0" cy="0"/>
        </a:xfrm>
      </p:grpSpPr>
      <p:grpSp>
        <p:nvGrpSpPr>
          <p:cNvPr id="132" name="Group 131"/>
          <p:cNvGrpSpPr/>
          <p:nvPr userDrawn="1"/>
        </p:nvGrpSpPr>
        <p:grpSpPr>
          <a:xfrm>
            <a:off x="3293503" y="411510"/>
            <a:ext cx="2556993" cy="2699230"/>
            <a:chOff x="787805" y="339502"/>
            <a:chExt cx="4175262" cy="4407517"/>
          </a:xfrm>
        </p:grpSpPr>
        <p:sp>
          <p:nvSpPr>
            <p:cNvPr id="133" name="Oval 132"/>
            <p:cNvSpPr/>
            <p:nvPr/>
          </p:nvSpPr>
          <p:spPr>
            <a:xfrm>
              <a:off x="787805" y="339502"/>
              <a:ext cx="4175262" cy="417526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nvGrpSpPr>
            <p:cNvPr id="134" name="Group 133"/>
            <p:cNvGrpSpPr/>
            <p:nvPr/>
          </p:nvGrpSpPr>
          <p:grpSpPr>
            <a:xfrm>
              <a:off x="1129436" y="1046675"/>
              <a:ext cx="3492000" cy="3700344"/>
              <a:chOff x="5304922" y="1037184"/>
              <a:chExt cx="3492000" cy="3700344"/>
            </a:xfrm>
          </p:grpSpPr>
          <p:grpSp>
            <p:nvGrpSpPr>
              <p:cNvPr id="135" name="Group 134"/>
              <p:cNvGrpSpPr/>
              <p:nvPr/>
            </p:nvGrpSpPr>
            <p:grpSpPr>
              <a:xfrm>
                <a:off x="5304922" y="3743716"/>
                <a:ext cx="3492000" cy="437610"/>
                <a:chOff x="1709238" y="4209096"/>
                <a:chExt cx="3492000" cy="437610"/>
              </a:xfrm>
            </p:grpSpPr>
            <p:sp>
              <p:nvSpPr>
                <p:cNvPr id="161" name="Rectangle 160"/>
                <p:cNvSpPr/>
                <p:nvPr/>
              </p:nvSpPr>
              <p:spPr>
                <a:xfrm>
                  <a:off x="1709238" y="4214706"/>
                  <a:ext cx="3492000" cy="432000"/>
                </a:xfrm>
                <a:prstGeom prst="rect">
                  <a:avLst/>
                </a:prstGeom>
                <a:solidFill>
                  <a:schemeClr val="accent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62" name="Group 161"/>
                <p:cNvGrpSpPr/>
                <p:nvPr/>
              </p:nvGrpSpPr>
              <p:grpSpPr>
                <a:xfrm>
                  <a:off x="2078720" y="4209096"/>
                  <a:ext cx="469833" cy="432000"/>
                  <a:chOff x="2078720" y="4209096"/>
                  <a:chExt cx="469833" cy="432000"/>
                </a:xfrm>
              </p:grpSpPr>
              <p:sp>
                <p:nvSpPr>
                  <p:cNvPr id="170" name="Rectangle 169"/>
                  <p:cNvSpPr/>
                  <p:nvPr/>
                </p:nvSpPr>
                <p:spPr>
                  <a:xfrm>
                    <a:off x="2078720"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71" name="Rectangle 170"/>
                  <p:cNvSpPr/>
                  <p:nvPr/>
                </p:nvSpPr>
                <p:spPr>
                  <a:xfrm>
                    <a:off x="2217331"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72" name="Rectangle 171"/>
                  <p:cNvSpPr/>
                  <p:nvPr/>
                </p:nvSpPr>
                <p:spPr>
                  <a:xfrm>
                    <a:off x="2355942"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73" name="Rectangle 172"/>
                  <p:cNvSpPr/>
                  <p:nvPr/>
                </p:nvSpPr>
                <p:spPr>
                  <a:xfrm>
                    <a:off x="2494553"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163" name="Group 162"/>
                <p:cNvGrpSpPr/>
                <p:nvPr/>
              </p:nvGrpSpPr>
              <p:grpSpPr>
                <a:xfrm>
                  <a:off x="4098293" y="4384000"/>
                  <a:ext cx="900965" cy="82800"/>
                  <a:chOff x="4098293" y="4384000"/>
                  <a:chExt cx="900965" cy="82800"/>
                </a:xfrm>
              </p:grpSpPr>
              <p:sp>
                <p:nvSpPr>
                  <p:cNvPr id="164" name="Rectangle 163"/>
                  <p:cNvSpPr/>
                  <p:nvPr/>
                </p:nvSpPr>
                <p:spPr>
                  <a:xfrm>
                    <a:off x="4098293"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65" name="Rectangle 164"/>
                  <p:cNvSpPr/>
                  <p:nvPr/>
                </p:nvSpPr>
                <p:spPr>
                  <a:xfrm>
                    <a:off x="4260486"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66" name="Rectangle 165"/>
                  <p:cNvSpPr/>
                  <p:nvPr/>
                </p:nvSpPr>
                <p:spPr>
                  <a:xfrm>
                    <a:off x="4422679"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67" name="Rectangle 166"/>
                  <p:cNvSpPr/>
                  <p:nvPr/>
                </p:nvSpPr>
                <p:spPr>
                  <a:xfrm>
                    <a:off x="4584872"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68" name="Rectangle 167"/>
                  <p:cNvSpPr/>
                  <p:nvPr/>
                </p:nvSpPr>
                <p:spPr>
                  <a:xfrm>
                    <a:off x="4747065"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69" name="Rectangle 168"/>
                  <p:cNvSpPr/>
                  <p:nvPr/>
                </p:nvSpPr>
                <p:spPr>
                  <a:xfrm>
                    <a:off x="4909258"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grpSp>
            <p:nvGrpSpPr>
              <p:cNvPr id="136" name="Group 135"/>
              <p:cNvGrpSpPr/>
              <p:nvPr/>
            </p:nvGrpSpPr>
            <p:grpSpPr>
              <a:xfrm flipH="1">
                <a:off x="5304922" y="4299918"/>
                <a:ext cx="3492000" cy="437610"/>
                <a:chOff x="1709238" y="4209096"/>
                <a:chExt cx="3492000" cy="437610"/>
              </a:xfrm>
            </p:grpSpPr>
            <p:sp>
              <p:nvSpPr>
                <p:cNvPr id="148" name="Rectangle 147"/>
                <p:cNvSpPr/>
                <p:nvPr/>
              </p:nvSpPr>
              <p:spPr>
                <a:xfrm>
                  <a:off x="1709238" y="4214706"/>
                  <a:ext cx="3492000" cy="432000"/>
                </a:xfrm>
                <a:prstGeom prst="rect">
                  <a:avLst/>
                </a:prstGeom>
                <a:solidFill>
                  <a:schemeClr val="accent2"/>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49" name="Group 148"/>
                <p:cNvGrpSpPr/>
                <p:nvPr/>
              </p:nvGrpSpPr>
              <p:grpSpPr>
                <a:xfrm>
                  <a:off x="2078720" y="4209096"/>
                  <a:ext cx="469833" cy="432000"/>
                  <a:chOff x="2078720" y="4209096"/>
                  <a:chExt cx="469833" cy="432000"/>
                </a:xfrm>
              </p:grpSpPr>
              <p:sp>
                <p:nvSpPr>
                  <p:cNvPr id="157" name="Rectangle 156"/>
                  <p:cNvSpPr/>
                  <p:nvPr/>
                </p:nvSpPr>
                <p:spPr>
                  <a:xfrm>
                    <a:off x="2078720"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58" name="Rectangle 157"/>
                  <p:cNvSpPr/>
                  <p:nvPr/>
                </p:nvSpPr>
                <p:spPr>
                  <a:xfrm>
                    <a:off x="2217331"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59" name="Rectangle 158"/>
                  <p:cNvSpPr/>
                  <p:nvPr/>
                </p:nvSpPr>
                <p:spPr>
                  <a:xfrm>
                    <a:off x="2355942"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60" name="Rectangle 159"/>
                  <p:cNvSpPr/>
                  <p:nvPr/>
                </p:nvSpPr>
                <p:spPr>
                  <a:xfrm>
                    <a:off x="2494553"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150" name="Group 149"/>
                <p:cNvGrpSpPr/>
                <p:nvPr/>
              </p:nvGrpSpPr>
              <p:grpSpPr>
                <a:xfrm>
                  <a:off x="4098293" y="4384000"/>
                  <a:ext cx="900965" cy="82800"/>
                  <a:chOff x="4098293" y="4384000"/>
                  <a:chExt cx="900965" cy="82800"/>
                </a:xfrm>
              </p:grpSpPr>
              <p:sp>
                <p:nvSpPr>
                  <p:cNvPr id="151" name="Rectangle 150"/>
                  <p:cNvSpPr/>
                  <p:nvPr/>
                </p:nvSpPr>
                <p:spPr>
                  <a:xfrm>
                    <a:off x="4098293"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52" name="Rectangle 151"/>
                  <p:cNvSpPr/>
                  <p:nvPr/>
                </p:nvSpPr>
                <p:spPr>
                  <a:xfrm>
                    <a:off x="4260486"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53" name="Rectangle 152"/>
                  <p:cNvSpPr/>
                  <p:nvPr/>
                </p:nvSpPr>
                <p:spPr>
                  <a:xfrm>
                    <a:off x="4422679"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54" name="Rectangle 153"/>
                  <p:cNvSpPr/>
                  <p:nvPr/>
                </p:nvSpPr>
                <p:spPr>
                  <a:xfrm>
                    <a:off x="4584872"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55" name="Rectangle 154"/>
                  <p:cNvSpPr/>
                  <p:nvPr/>
                </p:nvSpPr>
                <p:spPr>
                  <a:xfrm>
                    <a:off x="4747065"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56" name="Rectangle 155"/>
                  <p:cNvSpPr/>
                  <p:nvPr/>
                </p:nvSpPr>
                <p:spPr>
                  <a:xfrm>
                    <a:off x="4909258"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grpSp>
            <p:nvGrpSpPr>
              <p:cNvPr id="137" name="Group 136"/>
              <p:cNvGrpSpPr/>
              <p:nvPr/>
            </p:nvGrpSpPr>
            <p:grpSpPr>
              <a:xfrm>
                <a:off x="6272654" y="1875857"/>
                <a:ext cx="720080" cy="720080"/>
                <a:chOff x="6272654" y="1875857"/>
                <a:chExt cx="720080" cy="720080"/>
              </a:xfrm>
            </p:grpSpPr>
            <p:sp>
              <p:nvSpPr>
                <p:cNvPr id="146" name="Rectangle 145"/>
                <p:cNvSpPr/>
                <p:nvPr/>
              </p:nvSpPr>
              <p:spPr>
                <a:xfrm>
                  <a:off x="6272654" y="1875857"/>
                  <a:ext cx="720080" cy="720080"/>
                </a:xfrm>
                <a:prstGeom prst="rect">
                  <a:avLst/>
                </a:prstGeom>
                <a:solidFill>
                  <a:schemeClr val="accent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7" name="Parallelogram 5"/>
                <p:cNvSpPr>
                  <a:spLocks/>
                </p:cNvSpPr>
                <p:nvPr/>
              </p:nvSpPr>
              <p:spPr>
                <a:xfrm>
                  <a:off x="6391715" y="1978487"/>
                  <a:ext cx="481958" cy="481904"/>
                </a:xfrm>
                <a:custGeom>
                  <a:avLst/>
                  <a:gdLst/>
                  <a:ahLst/>
                  <a:cxnLst/>
                  <a:rect l="l" t="t" r="r" b="b"/>
                  <a:pathLst>
                    <a:path w="848270" h="868857">
                      <a:moveTo>
                        <a:pt x="424135" y="189887"/>
                      </a:moveTo>
                      <a:lnTo>
                        <a:pt x="297766" y="526729"/>
                      </a:lnTo>
                      <a:lnTo>
                        <a:pt x="550505" y="526729"/>
                      </a:lnTo>
                      <a:close/>
                      <a:moveTo>
                        <a:pt x="325960" y="0"/>
                      </a:moveTo>
                      <a:lnTo>
                        <a:pt x="352897" y="0"/>
                      </a:lnTo>
                      <a:lnTo>
                        <a:pt x="495373" y="0"/>
                      </a:lnTo>
                      <a:lnTo>
                        <a:pt x="522310" y="0"/>
                      </a:lnTo>
                      <a:lnTo>
                        <a:pt x="848270" y="868857"/>
                      </a:lnTo>
                      <a:lnTo>
                        <a:pt x="678857" y="868857"/>
                      </a:lnTo>
                      <a:lnTo>
                        <a:pt x="604960" y="671883"/>
                      </a:lnTo>
                      <a:lnTo>
                        <a:pt x="243310" y="671883"/>
                      </a:lnTo>
                      <a:lnTo>
                        <a:pt x="169413" y="868857"/>
                      </a:lnTo>
                      <a:lnTo>
                        <a:pt x="0" y="86885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138" name="Group 137"/>
              <p:cNvGrpSpPr/>
              <p:nvPr/>
            </p:nvGrpSpPr>
            <p:grpSpPr>
              <a:xfrm>
                <a:off x="7109110" y="1875857"/>
                <a:ext cx="720080" cy="720080"/>
                <a:chOff x="7109110" y="1875857"/>
                <a:chExt cx="720080" cy="720080"/>
              </a:xfrm>
            </p:grpSpPr>
            <p:sp>
              <p:nvSpPr>
                <p:cNvPr id="144" name="Rectangle 143"/>
                <p:cNvSpPr/>
                <p:nvPr/>
              </p:nvSpPr>
              <p:spPr>
                <a:xfrm>
                  <a:off x="7109110" y="1875857"/>
                  <a:ext cx="720080" cy="720080"/>
                </a:xfrm>
                <a:prstGeom prst="rect">
                  <a:avLst/>
                </a:prstGeom>
                <a:solidFill>
                  <a:schemeClr val="accent2"/>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5" name="Rectangle 9"/>
                <p:cNvSpPr>
                  <a:spLocks noChangeAspect="1"/>
                </p:cNvSpPr>
                <p:nvPr/>
              </p:nvSpPr>
              <p:spPr>
                <a:xfrm>
                  <a:off x="7267746" y="1994945"/>
                  <a:ext cx="402809" cy="481904"/>
                </a:xfrm>
                <a:custGeom>
                  <a:avLst/>
                  <a:gdLst>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174101 w 728932"/>
                    <a:gd name="connsiteY5" fmla="*/ 488630 h 872065"/>
                    <a:gd name="connsiteX6" fmla="*/ 174101 w 728932"/>
                    <a:gd name="connsiteY6" fmla="*/ 140965 h 872065"/>
                    <a:gd name="connsiteX7" fmla="*/ 174101 w 728932"/>
                    <a:gd name="connsiteY7" fmla="*/ 347665 h 872065"/>
                    <a:gd name="connsiteX8" fmla="*/ 431276 w 728932"/>
                    <a:gd name="connsiteY8" fmla="*/ 347665 h 872065"/>
                    <a:gd name="connsiteX9" fmla="*/ 431276 w 728932"/>
                    <a:gd name="connsiteY9" fmla="*/ 345754 h 872065"/>
                    <a:gd name="connsiteX10" fmla="*/ 517000 w 728932"/>
                    <a:gd name="connsiteY10" fmla="*/ 243359 h 872065"/>
                    <a:gd name="connsiteX11" fmla="*/ 433656 w 728932"/>
                    <a:gd name="connsiteY11" fmla="*/ 148109 h 872065"/>
                    <a:gd name="connsiteX12" fmla="*/ 174101 w 728932"/>
                    <a:gd name="connsiteY12" fmla="*/ 140965 h 872065"/>
                    <a:gd name="connsiteX13" fmla="*/ 0 w 728932"/>
                    <a:gd name="connsiteY13" fmla="*/ 0 h 872065"/>
                    <a:gd name="connsiteX14" fmla="*/ 127816 w 728932"/>
                    <a:gd name="connsiteY14" fmla="*/ 0 h 872065"/>
                    <a:gd name="connsiteX15" fmla="*/ 174101 w 728932"/>
                    <a:gd name="connsiteY15" fmla="*/ 0 h 872065"/>
                    <a:gd name="connsiteX16" fmla="*/ 447945 w 728932"/>
                    <a:gd name="connsiteY16" fmla="*/ 0 h 872065"/>
                    <a:gd name="connsiteX17" fmla="*/ 447945 w 728932"/>
                    <a:gd name="connsiteY17" fmla="*/ 1732 h 872065"/>
                    <a:gd name="connsiteX18" fmla="*/ 683688 w 728932"/>
                    <a:gd name="connsiteY18" fmla="*/ 179066 h 872065"/>
                    <a:gd name="connsiteX19" fmla="*/ 559863 w 728932"/>
                    <a:gd name="connsiteY19" fmla="*/ 407666 h 872065"/>
                    <a:gd name="connsiteX20" fmla="*/ 728932 w 728932"/>
                    <a:gd name="connsiteY20" fmla="*/ 633885 h 872065"/>
                    <a:gd name="connsiteX21" fmla="*/ 433657 w 728932"/>
                    <a:gd name="connsiteY21" fmla="*/ 872010 h 872065"/>
                    <a:gd name="connsiteX22" fmla="*/ 433776 w 728932"/>
                    <a:gd name="connsiteY22" fmla="*/ 869628 h 872065"/>
                    <a:gd name="connsiteX23" fmla="*/ 174101 w 728932"/>
                    <a:gd name="connsiteY23" fmla="*/ 869628 h 872065"/>
                    <a:gd name="connsiteX24" fmla="*/ 127816 w 728932"/>
                    <a:gd name="connsiteY24" fmla="*/ 869628 h 872065"/>
                    <a:gd name="connsiteX25" fmla="*/ 0 w 728932"/>
                    <a:gd name="connsiteY25" fmla="*/ 869628 h 872065"/>
                    <a:gd name="connsiteX26" fmla="*/ 0 w 728932"/>
                    <a:gd name="connsiteY26" fmla="*/ 0 h 872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932" h="872065">
                      <a:moveTo>
                        <a:pt x="174101" y="488630"/>
                      </a:moveTo>
                      <a:lnTo>
                        <a:pt x="174101" y="728663"/>
                      </a:lnTo>
                      <a:lnTo>
                        <a:pt x="442406" y="728663"/>
                      </a:lnTo>
                      <a:cubicBezTo>
                        <a:pt x="511257" y="715167"/>
                        <a:pt x="549532" y="684907"/>
                        <a:pt x="547956" y="612454"/>
                      </a:cubicBezTo>
                      <a:cubicBezTo>
                        <a:pt x="543194" y="552923"/>
                        <a:pt x="538432" y="510060"/>
                        <a:pt x="431276" y="493391"/>
                      </a:cubicBezTo>
                      <a:lnTo>
                        <a:pt x="174101" y="488630"/>
                      </a:lnTo>
                      <a:close/>
                      <a:moveTo>
                        <a:pt x="174101" y="140965"/>
                      </a:moveTo>
                      <a:lnTo>
                        <a:pt x="174101" y="347665"/>
                      </a:lnTo>
                      <a:lnTo>
                        <a:pt x="431276" y="347665"/>
                      </a:lnTo>
                      <a:lnTo>
                        <a:pt x="431276" y="345754"/>
                      </a:lnTo>
                      <a:cubicBezTo>
                        <a:pt x="474139" y="322735"/>
                        <a:pt x="514619" y="311622"/>
                        <a:pt x="517000" y="243359"/>
                      </a:cubicBezTo>
                      <a:cubicBezTo>
                        <a:pt x="517000" y="202878"/>
                        <a:pt x="502713" y="157634"/>
                        <a:pt x="433656" y="148109"/>
                      </a:cubicBezTo>
                      <a:cubicBezTo>
                        <a:pt x="366981" y="140568"/>
                        <a:pt x="274510" y="141043"/>
                        <a:pt x="174101" y="140965"/>
                      </a:cubicBezTo>
                      <a:close/>
                      <a:moveTo>
                        <a:pt x="0" y="0"/>
                      </a:moveTo>
                      <a:lnTo>
                        <a:pt x="127816" y="0"/>
                      </a:lnTo>
                      <a:lnTo>
                        <a:pt x="174101" y="0"/>
                      </a:lnTo>
                      <a:lnTo>
                        <a:pt x="447945" y="0"/>
                      </a:lnTo>
                      <a:lnTo>
                        <a:pt x="447945" y="1732"/>
                      </a:lnTo>
                      <a:cubicBezTo>
                        <a:pt x="634795" y="8775"/>
                        <a:pt x="679801" y="148746"/>
                        <a:pt x="683688" y="179066"/>
                      </a:cubicBezTo>
                      <a:cubicBezTo>
                        <a:pt x="689245" y="333848"/>
                        <a:pt x="620981" y="374328"/>
                        <a:pt x="559863" y="407666"/>
                      </a:cubicBezTo>
                      <a:cubicBezTo>
                        <a:pt x="663844" y="433066"/>
                        <a:pt x="727345" y="515617"/>
                        <a:pt x="728932" y="633885"/>
                      </a:cubicBezTo>
                      <a:cubicBezTo>
                        <a:pt x="720200" y="800572"/>
                        <a:pt x="594788" y="874392"/>
                        <a:pt x="433657" y="872010"/>
                      </a:cubicBezTo>
                      <a:cubicBezTo>
                        <a:pt x="433697" y="871216"/>
                        <a:pt x="433736" y="870422"/>
                        <a:pt x="433776" y="869628"/>
                      </a:cubicBezTo>
                      <a:lnTo>
                        <a:pt x="174101" y="869628"/>
                      </a:lnTo>
                      <a:lnTo>
                        <a:pt x="127816" y="869628"/>
                      </a:lnTo>
                      <a:lnTo>
                        <a:pt x="0" y="869628"/>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139" name="Group 138"/>
              <p:cNvGrpSpPr/>
              <p:nvPr/>
            </p:nvGrpSpPr>
            <p:grpSpPr>
              <a:xfrm>
                <a:off x="6690882" y="1037184"/>
                <a:ext cx="720080" cy="720080"/>
                <a:chOff x="6690882" y="1037184"/>
                <a:chExt cx="720080" cy="720080"/>
              </a:xfrm>
            </p:grpSpPr>
            <p:sp>
              <p:nvSpPr>
                <p:cNvPr id="142" name="Rectangle 141"/>
                <p:cNvSpPr/>
                <p:nvPr/>
              </p:nvSpPr>
              <p:spPr>
                <a:xfrm>
                  <a:off x="6690882" y="1037184"/>
                  <a:ext cx="720080" cy="720080"/>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3" name="Block Arc 142"/>
                <p:cNvSpPr>
                  <a:spLocks noChangeAspect="1"/>
                </p:cNvSpPr>
                <p:nvPr/>
              </p:nvSpPr>
              <p:spPr>
                <a:xfrm>
                  <a:off x="6842201" y="1156272"/>
                  <a:ext cx="417443" cy="481904"/>
                </a:xfrm>
                <a:prstGeom prst="blockArc">
                  <a:avLst>
                    <a:gd name="adj1" fmla="val 1756726"/>
                    <a:gd name="adj2" fmla="val 19889488"/>
                    <a:gd name="adj3" fmla="val 2277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140" name="Round Same Side Corner Rectangle 51"/>
              <p:cNvSpPr/>
              <p:nvPr/>
            </p:nvSpPr>
            <p:spPr>
              <a:xfrm rot="5400000">
                <a:off x="6852922" y="1652530"/>
                <a:ext cx="396000" cy="2520000"/>
              </a:xfrm>
              <a:custGeom>
                <a:avLst/>
                <a:gdLst/>
                <a:ahLst/>
                <a:cxnLst/>
                <a:rect l="l" t="t" r="r" b="b"/>
                <a:pathLst>
                  <a:path w="468002" h="2500353">
                    <a:moveTo>
                      <a:pt x="0" y="2500353"/>
                    </a:moveTo>
                    <a:lnTo>
                      <a:pt x="0" y="234001"/>
                    </a:lnTo>
                    <a:cubicBezTo>
                      <a:pt x="0" y="104766"/>
                      <a:pt x="104766" y="0"/>
                      <a:pt x="234001" y="0"/>
                    </a:cubicBezTo>
                    <a:cubicBezTo>
                      <a:pt x="363236" y="0"/>
                      <a:pt x="468002" y="104766"/>
                      <a:pt x="468002" y="234001"/>
                    </a:cubicBezTo>
                    <a:cubicBezTo>
                      <a:pt x="468002" y="989452"/>
                      <a:pt x="468001" y="1744902"/>
                      <a:pt x="468001" y="2500353"/>
                    </a:cubicBezTo>
                    <a:lnTo>
                      <a:pt x="467594" y="2500353"/>
                    </a:lnTo>
                    <a:cubicBezTo>
                      <a:pt x="429063" y="2409421"/>
                      <a:pt x="338980" y="2345641"/>
                      <a:pt x="234000" y="2345641"/>
                    </a:cubicBezTo>
                    <a:cubicBezTo>
                      <a:pt x="129020" y="2345641"/>
                      <a:pt x="38938" y="2409421"/>
                      <a:pt x="406" y="2500353"/>
                    </a:cubicBezTo>
                    <a:close/>
                  </a:path>
                </a:pathLst>
              </a:cu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sp>
            <p:nvSpPr>
              <p:cNvPr id="141" name="Round Same Side Corner Rectangle 51"/>
              <p:cNvSpPr/>
              <p:nvPr/>
            </p:nvSpPr>
            <p:spPr>
              <a:xfrm rot="16200000">
                <a:off x="6852922" y="2167123"/>
                <a:ext cx="396000" cy="2520000"/>
              </a:xfrm>
              <a:custGeom>
                <a:avLst/>
                <a:gdLst/>
                <a:ahLst/>
                <a:cxnLst/>
                <a:rect l="l" t="t" r="r" b="b"/>
                <a:pathLst>
                  <a:path w="468002" h="2500353">
                    <a:moveTo>
                      <a:pt x="0" y="2500353"/>
                    </a:moveTo>
                    <a:lnTo>
                      <a:pt x="0" y="234001"/>
                    </a:lnTo>
                    <a:cubicBezTo>
                      <a:pt x="0" y="104766"/>
                      <a:pt x="104766" y="0"/>
                      <a:pt x="234001" y="0"/>
                    </a:cubicBezTo>
                    <a:cubicBezTo>
                      <a:pt x="363236" y="0"/>
                      <a:pt x="468002" y="104766"/>
                      <a:pt x="468002" y="234001"/>
                    </a:cubicBezTo>
                    <a:cubicBezTo>
                      <a:pt x="468002" y="989452"/>
                      <a:pt x="468001" y="1744902"/>
                      <a:pt x="468001" y="2500353"/>
                    </a:cubicBezTo>
                    <a:lnTo>
                      <a:pt x="467594" y="2500353"/>
                    </a:lnTo>
                    <a:cubicBezTo>
                      <a:pt x="429063" y="2409421"/>
                      <a:pt x="338980" y="2345641"/>
                      <a:pt x="234000" y="2345641"/>
                    </a:cubicBezTo>
                    <a:cubicBezTo>
                      <a:pt x="129020" y="2345641"/>
                      <a:pt x="38938" y="2409421"/>
                      <a:pt x="406" y="2500353"/>
                    </a:cubicBezTo>
                    <a:close/>
                  </a:path>
                </a:pathLst>
              </a:cu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grpSp>
      </p:grpSp>
      <p:sp>
        <p:nvSpPr>
          <p:cNvPr id="51" name="Text Placeholder 9">
            <a:extLst>
              <a:ext uri="{FF2B5EF4-FFF2-40B4-BE49-F238E27FC236}">
                <a16:creationId xmlns:a16="http://schemas.microsoft.com/office/drawing/2014/main" id="{139BBCBE-08BA-417D-87EB-C9DA6CB356FA}"/>
              </a:ext>
            </a:extLst>
          </p:cNvPr>
          <p:cNvSpPr>
            <a:spLocks noGrp="1"/>
          </p:cNvSpPr>
          <p:nvPr>
            <p:ph type="body" sz="quarter" idx="11" hasCustomPrompt="1"/>
          </p:nvPr>
        </p:nvSpPr>
        <p:spPr>
          <a:xfrm>
            <a:off x="0" y="3969062"/>
            <a:ext cx="9143999" cy="432000"/>
          </a:xfrm>
          <a:prstGeom prst="rect">
            <a:avLst/>
          </a:prstGeom>
        </p:spPr>
        <p:txBody>
          <a:bodyPr lIns="108000" anchor="ctr"/>
          <a:lstStyle>
            <a:lvl1pPr marL="0" indent="0" algn="ctr">
              <a:buNone/>
              <a:defRPr sz="1200" b="1" baseline="0">
                <a:solidFill>
                  <a:schemeClr val="tx1"/>
                </a:solidFill>
                <a:effectLst/>
                <a:latin typeface="+mn-lt"/>
                <a:cs typeface="Arial" pitchFamily="34" charset="0"/>
              </a:defRPr>
            </a:lvl1pPr>
          </a:lstStyle>
          <a:p>
            <a:pPr lvl="0"/>
            <a:r>
              <a:rPr lang="en-US" altLang="ko-KR" dirty="0"/>
              <a:t>INSTERT THE TITLE</a:t>
            </a:r>
          </a:p>
          <a:p>
            <a:pPr lvl="0"/>
            <a:r>
              <a:rPr lang="en-US" altLang="ko-KR" dirty="0"/>
              <a:t>OF YOUR PRESENTATION HERE</a:t>
            </a:r>
            <a:endParaRPr lang="ko-KR" altLang="en-US" dirty="0"/>
          </a:p>
        </p:txBody>
      </p:sp>
      <p:sp>
        <p:nvSpPr>
          <p:cNvPr id="52" name="제목 1">
            <a:extLst>
              <a:ext uri="{FF2B5EF4-FFF2-40B4-BE49-F238E27FC236}">
                <a16:creationId xmlns:a16="http://schemas.microsoft.com/office/drawing/2014/main" id="{AE33218E-9C24-435F-948C-815D84D473FB}"/>
              </a:ext>
            </a:extLst>
          </p:cNvPr>
          <p:cNvSpPr>
            <a:spLocks noGrp="1"/>
          </p:cNvSpPr>
          <p:nvPr>
            <p:ph type="title" hasCustomPrompt="1"/>
          </p:nvPr>
        </p:nvSpPr>
        <p:spPr>
          <a:xfrm>
            <a:off x="0" y="3417417"/>
            <a:ext cx="9143998" cy="540000"/>
          </a:xfrm>
          <a:prstGeom prst="rect">
            <a:avLst/>
          </a:prstGeom>
        </p:spPr>
        <p:txBody>
          <a:bodyPr anchor="ctr">
            <a:noAutofit/>
          </a:bodyPr>
          <a:lstStyle>
            <a:lvl1pPr algn="ctr">
              <a:defRPr sz="3600" b="1" baseline="0">
                <a:solidFill>
                  <a:schemeClr val="tx1"/>
                </a:solidFill>
                <a:effectLst/>
                <a:latin typeface="+mj-lt"/>
                <a:cs typeface="Arial" pitchFamily="34" charset="0"/>
              </a:defRPr>
            </a:lvl1pPr>
          </a:lstStyle>
          <a:p>
            <a:r>
              <a:rPr lang="en-US" altLang="ko-KR" dirty="0"/>
              <a:t>FREE PPT TEMPLATES</a:t>
            </a:r>
            <a:endParaRPr lang="ko-KR" altLang="en-US" dirty="0"/>
          </a:p>
        </p:txBody>
      </p:sp>
    </p:spTree>
    <p:extLst>
      <p:ext uri="{BB962C8B-B14F-4D97-AF65-F5344CB8AC3E}">
        <p14:creationId xmlns:p14="http://schemas.microsoft.com/office/powerpoint/2010/main" val="2379316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accent4"/>
        </a:solidFill>
        <a:effectLst/>
      </p:bgPr>
    </p:bg>
    <p:spTree>
      <p:nvGrpSpPr>
        <p:cNvPr id="1" name=""/>
        <p:cNvGrpSpPr/>
        <p:nvPr/>
      </p:nvGrpSpPr>
      <p:grpSpPr>
        <a:xfrm>
          <a:off x="0" y="0"/>
          <a:ext cx="0" cy="0"/>
          <a:chOff x="0" y="0"/>
          <a:chExt cx="0" cy="0"/>
        </a:xfrm>
      </p:grpSpPr>
      <p:sp>
        <p:nvSpPr>
          <p:cNvPr id="3" name="Oval 2"/>
          <p:cNvSpPr/>
          <p:nvPr userDrawn="1"/>
        </p:nvSpPr>
        <p:spPr>
          <a:xfrm>
            <a:off x="2947035" y="473947"/>
            <a:ext cx="3249931" cy="324993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nvGrpSpPr>
          <p:cNvPr id="7" name="Group 6"/>
          <p:cNvGrpSpPr/>
          <p:nvPr userDrawn="1"/>
        </p:nvGrpSpPr>
        <p:grpSpPr>
          <a:xfrm>
            <a:off x="3624362" y="1094735"/>
            <a:ext cx="1895276" cy="2008355"/>
            <a:chOff x="5304922" y="1037184"/>
            <a:chExt cx="3492000" cy="3700344"/>
          </a:xfrm>
        </p:grpSpPr>
        <p:grpSp>
          <p:nvGrpSpPr>
            <p:cNvPr id="8" name="Group 7"/>
            <p:cNvGrpSpPr/>
            <p:nvPr/>
          </p:nvGrpSpPr>
          <p:grpSpPr>
            <a:xfrm>
              <a:off x="5304922" y="3743716"/>
              <a:ext cx="3492000" cy="437610"/>
              <a:chOff x="1709238" y="4209096"/>
              <a:chExt cx="3492000" cy="437610"/>
            </a:xfrm>
          </p:grpSpPr>
          <p:sp>
            <p:nvSpPr>
              <p:cNvPr id="34" name="Rectangle 33"/>
              <p:cNvSpPr/>
              <p:nvPr/>
            </p:nvSpPr>
            <p:spPr>
              <a:xfrm>
                <a:off x="1709238" y="4214706"/>
                <a:ext cx="3492000" cy="432000"/>
              </a:xfrm>
              <a:prstGeom prst="rect">
                <a:avLst/>
              </a:prstGeom>
              <a:solidFill>
                <a:schemeClr val="accent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5" name="Group 34"/>
              <p:cNvGrpSpPr/>
              <p:nvPr/>
            </p:nvGrpSpPr>
            <p:grpSpPr>
              <a:xfrm>
                <a:off x="2078720" y="4209096"/>
                <a:ext cx="469833" cy="432000"/>
                <a:chOff x="2078720" y="4209096"/>
                <a:chExt cx="469833" cy="432000"/>
              </a:xfrm>
            </p:grpSpPr>
            <p:sp>
              <p:nvSpPr>
                <p:cNvPr id="43" name="Rectangle 42"/>
                <p:cNvSpPr/>
                <p:nvPr/>
              </p:nvSpPr>
              <p:spPr>
                <a:xfrm>
                  <a:off x="2078720"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4" name="Rectangle 43"/>
                <p:cNvSpPr/>
                <p:nvPr/>
              </p:nvSpPr>
              <p:spPr>
                <a:xfrm>
                  <a:off x="2217331"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5" name="Rectangle 44"/>
                <p:cNvSpPr/>
                <p:nvPr/>
              </p:nvSpPr>
              <p:spPr>
                <a:xfrm>
                  <a:off x="2355942"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6" name="Rectangle 45"/>
                <p:cNvSpPr/>
                <p:nvPr/>
              </p:nvSpPr>
              <p:spPr>
                <a:xfrm>
                  <a:off x="2494553"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36" name="Group 35"/>
              <p:cNvGrpSpPr/>
              <p:nvPr/>
            </p:nvGrpSpPr>
            <p:grpSpPr>
              <a:xfrm>
                <a:off x="4098293" y="4384000"/>
                <a:ext cx="900965" cy="82800"/>
                <a:chOff x="4098293" y="4384000"/>
                <a:chExt cx="900965" cy="82800"/>
              </a:xfrm>
            </p:grpSpPr>
            <p:sp>
              <p:nvSpPr>
                <p:cNvPr id="37" name="Rectangle 36"/>
                <p:cNvSpPr/>
                <p:nvPr/>
              </p:nvSpPr>
              <p:spPr>
                <a:xfrm>
                  <a:off x="4098293"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8" name="Rectangle 37"/>
                <p:cNvSpPr/>
                <p:nvPr/>
              </p:nvSpPr>
              <p:spPr>
                <a:xfrm>
                  <a:off x="4260486"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9" name="Rectangle 38"/>
                <p:cNvSpPr/>
                <p:nvPr/>
              </p:nvSpPr>
              <p:spPr>
                <a:xfrm>
                  <a:off x="4422679"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0" name="Rectangle 39"/>
                <p:cNvSpPr/>
                <p:nvPr/>
              </p:nvSpPr>
              <p:spPr>
                <a:xfrm>
                  <a:off x="4584872"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1" name="Rectangle 40"/>
                <p:cNvSpPr/>
                <p:nvPr/>
              </p:nvSpPr>
              <p:spPr>
                <a:xfrm>
                  <a:off x="4747065"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2" name="Rectangle 41"/>
                <p:cNvSpPr/>
                <p:nvPr/>
              </p:nvSpPr>
              <p:spPr>
                <a:xfrm>
                  <a:off x="4909258"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grpSp>
          <p:nvGrpSpPr>
            <p:cNvPr id="9" name="Group 8"/>
            <p:cNvGrpSpPr/>
            <p:nvPr/>
          </p:nvGrpSpPr>
          <p:grpSpPr>
            <a:xfrm flipH="1">
              <a:off x="5304922" y="4299918"/>
              <a:ext cx="3492000" cy="437610"/>
              <a:chOff x="1709238" y="4209096"/>
              <a:chExt cx="3492000" cy="437610"/>
            </a:xfrm>
          </p:grpSpPr>
          <p:sp>
            <p:nvSpPr>
              <p:cNvPr id="21" name="Rectangle 20"/>
              <p:cNvSpPr/>
              <p:nvPr/>
            </p:nvSpPr>
            <p:spPr>
              <a:xfrm>
                <a:off x="1709238" y="4214706"/>
                <a:ext cx="3492000" cy="432000"/>
              </a:xfrm>
              <a:prstGeom prst="rect">
                <a:avLst/>
              </a:prstGeom>
              <a:solidFill>
                <a:schemeClr val="accent2"/>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2" name="Group 21"/>
              <p:cNvGrpSpPr/>
              <p:nvPr/>
            </p:nvGrpSpPr>
            <p:grpSpPr>
              <a:xfrm>
                <a:off x="2078720" y="4209096"/>
                <a:ext cx="469833" cy="432000"/>
                <a:chOff x="2078720" y="4209096"/>
                <a:chExt cx="469833" cy="432000"/>
              </a:xfrm>
            </p:grpSpPr>
            <p:sp>
              <p:nvSpPr>
                <p:cNvPr id="30" name="Rectangle 29"/>
                <p:cNvSpPr/>
                <p:nvPr/>
              </p:nvSpPr>
              <p:spPr>
                <a:xfrm>
                  <a:off x="2078720"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1" name="Rectangle 30"/>
                <p:cNvSpPr/>
                <p:nvPr/>
              </p:nvSpPr>
              <p:spPr>
                <a:xfrm>
                  <a:off x="2217331"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2" name="Rectangle 31"/>
                <p:cNvSpPr/>
                <p:nvPr/>
              </p:nvSpPr>
              <p:spPr>
                <a:xfrm>
                  <a:off x="2355942"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3" name="Rectangle 32"/>
                <p:cNvSpPr/>
                <p:nvPr/>
              </p:nvSpPr>
              <p:spPr>
                <a:xfrm>
                  <a:off x="2494553"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23" name="Group 22"/>
              <p:cNvGrpSpPr/>
              <p:nvPr/>
            </p:nvGrpSpPr>
            <p:grpSpPr>
              <a:xfrm>
                <a:off x="4098293" y="4384000"/>
                <a:ext cx="900965" cy="82800"/>
                <a:chOff x="4098293" y="4384000"/>
                <a:chExt cx="900965" cy="82800"/>
              </a:xfrm>
            </p:grpSpPr>
            <p:sp>
              <p:nvSpPr>
                <p:cNvPr id="24" name="Rectangle 23"/>
                <p:cNvSpPr/>
                <p:nvPr/>
              </p:nvSpPr>
              <p:spPr>
                <a:xfrm>
                  <a:off x="4098293"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5" name="Rectangle 24"/>
                <p:cNvSpPr/>
                <p:nvPr/>
              </p:nvSpPr>
              <p:spPr>
                <a:xfrm>
                  <a:off x="4260486"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6" name="Rectangle 25"/>
                <p:cNvSpPr/>
                <p:nvPr/>
              </p:nvSpPr>
              <p:spPr>
                <a:xfrm>
                  <a:off x="4422679"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7" name="Rectangle 26"/>
                <p:cNvSpPr/>
                <p:nvPr/>
              </p:nvSpPr>
              <p:spPr>
                <a:xfrm>
                  <a:off x="4584872"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8" name="Rectangle 27"/>
                <p:cNvSpPr/>
                <p:nvPr/>
              </p:nvSpPr>
              <p:spPr>
                <a:xfrm>
                  <a:off x="4747065"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9" name="Rectangle 28"/>
                <p:cNvSpPr/>
                <p:nvPr/>
              </p:nvSpPr>
              <p:spPr>
                <a:xfrm>
                  <a:off x="4909258"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grpSp>
          <p:nvGrpSpPr>
            <p:cNvPr id="10" name="Group 9"/>
            <p:cNvGrpSpPr/>
            <p:nvPr/>
          </p:nvGrpSpPr>
          <p:grpSpPr>
            <a:xfrm>
              <a:off x="6272654" y="1875857"/>
              <a:ext cx="720080" cy="720080"/>
              <a:chOff x="6272654" y="1875857"/>
              <a:chExt cx="720080" cy="720080"/>
            </a:xfrm>
          </p:grpSpPr>
          <p:sp>
            <p:nvSpPr>
              <p:cNvPr id="19" name="Rectangle 18"/>
              <p:cNvSpPr/>
              <p:nvPr/>
            </p:nvSpPr>
            <p:spPr>
              <a:xfrm>
                <a:off x="6272654" y="1875857"/>
                <a:ext cx="720080" cy="720080"/>
              </a:xfrm>
              <a:prstGeom prst="rect">
                <a:avLst/>
              </a:prstGeom>
              <a:solidFill>
                <a:schemeClr val="accent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Parallelogram 5"/>
              <p:cNvSpPr>
                <a:spLocks/>
              </p:cNvSpPr>
              <p:nvPr/>
            </p:nvSpPr>
            <p:spPr>
              <a:xfrm>
                <a:off x="6391715" y="1978487"/>
                <a:ext cx="481958" cy="481904"/>
              </a:xfrm>
              <a:custGeom>
                <a:avLst/>
                <a:gdLst/>
                <a:ahLst/>
                <a:cxnLst/>
                <a:rect l="l" t="t" r="r" b="b"/>
                <a:pathLst>
                  <a:path w="848270" h="868857">
                    <a:moveTo>
                      <a:pt x="424135" y="189887"/>
                    </a:moveTo>
                    <a:lnTo>
                      <a:pt x="297766" y="526729"/>
                    </a:lnTo>
                    <a:lnTo>
                      <a:pt x="550505" y="526729"/>
                    </a:lnTo>
                    <a:close/>
                    <a:moveTo>
                      <a:pt x="325960" y="0"/>
                    </a:moveTo>
                    <a:lnTo>
                      <a:pt x="352897" y="0"/>
                    </a:lnTo>
                    <a:lnTo>
                      <a:pt x="495373" y="0"/>
                    </a:lnTo>
                    <a:lnTo>
                      <a:pt x="522310" y="0"/>
                    </a:lnTo>
                    <a:lnTo>
                      <a:pt x="848270" y="868857"/>
                    </a:lnTo>
                    <a:lnTo>
                      <a:pt x="678857" y="868857"/>
                    </a:lnTo>
                    <a:lnTo>
                      <a:pt x="604960" y="671883"/>
                    </a:lnTo>
                    <a:lnTo>
                      <a:pt x="243310" y="671883"/>
                    </a:lnTo>
                    <a:lnTo>
                      <a:pt x="169413" y="868857"/>
                    </a:lnTo>
                    <a:lnTo>
                      <a:pt x="0" y="86885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atin typeface="+mn-lt"/>
                </a:endParaRPr>
              </a:p>
            </p:txBody>
          </p:sp>
        </p:grpSp>
        <p:grpSp>
          <p:nvGrpSpPr>
            <p:cNvPr id="11" name="Group 10"/>
            <p:cNvGrpSpPr/>
            <p:nvPr/>
          </p:nvGrpSpPr>
          <p:grpSpPr>
            <a:xfrm>
              <a:off x="7109110" y="1875857"/>
              <a:ext cx="720080" cy="720080"/>
              <a:chOff x="7109110" y="1875857"/>
              <a:chExt cx="720080" cy="720080"/>
            </a:xfrm>
          </p:grpSpPr>
          <p:sp>
            <p:nvSpPr>
              <p:cNvPr id="17" name="Rectangle 16"/>
              <p:cNvSpPr/>
              <p:nvPr/>
            </p:nvSpPr>
            <p:spPr>
              <a:xfrm>
                <a:off x="7109110" y="1875857"/>
                <a:ext cx="720080" cy="720080"/>
              </a:xfrm>
              <a:prstGeom prst="rect">
                <a:avLst/>
              </a:prstGeom>
              <a:solidFill>
                <a:schemeClr val="accent2"/>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Rectangle 9"/>
              <p:cNvSpPr>
                <a:spLocks noChangeAspect="1"/>
              </p:cNvSpPr>
              <p:nvPr/>
            </p:nvSpPr>
            <p:spPr>
              <a:xfrm>
                <a:off x="7267746" y="1994945"/>
                <a:ext cx="402809" cy="481904"/>
              </a:xfrm>
              <a:custGeom>
                <a:avLst/>
                <a:gdLst>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174101 w 728932"/>
                  <a:gd name="connsiteY5" fmla="*/ 488630 h 872065"/>
                  <a:gd name="connsiteX6" fmla="*/ 174101 w 728932"/>
                  <a:gd name="connsiteY6" fmla="*/ 140965 h 872065"/>
                  <a:gd name="connsiteX7" fmla="*/ 174101 w 728932"/>
                  <a:gd name="connsiteY7" fmla="*/ 347665 h 872065"/>
                  <a:gd name="connsiteX8" fmla="*/ 431276 w 728932"/>
                  <a:gd name="connsiteY8" fmla="*/ 347665 h 872065"/>
                  <a:gd name="connsiteX9" fmla="*/ 431276 w 728932"/>
                  <a:gd name="connsiteY9" fmla="*/ 345754 h 872065"/>
                  <a:gd name="connsiteX10" fmla="*/ 517000 w 728932"/>
                  <a:gd name="connsiteY10" fmla="*/ 243359 h 872065"/>
                  <a:gd name="connsiteX11" fmla="*/ 433656 w 728932"/>
                  <a:gd name="connsiteY11" fmla="*/ 148109 h 872065"/>
                  <a:gd name="connsiteX12" fmla="*/ 174101 w 728932"/>
                  <a:gd name="connsiteY12" fmla="*/ 140965 h 872065"/>
                  <a:gd name="connsiteX13" fmla="*/ 0 w 728932"/>
                  <a:gd name="connsiteY13" fmla="*/ 0 h 872065"/>
                  <a:gd name="connsiteX14" fmla="*/ 127816 w 728932"/>
                  <a:gd name="connsiteY14" fmla="*/ 0 h 872065"/>
                  <a:gd name="connsiteX15" fmla="*/ 174101 w 728932"/>
                  <a:gd name="connsiteY15" fmla="*/ 0 h 872065"/>
                  <a:gd name="connsiteX16" fmla="*/ 447945 w 728932"/>
                  <a:gd name="connsiteY16" fmla="*/ 0 h 872065"/>
                  <a:gd name="connsiteX17" fmla="*/ 447945 w 728932"/>
                  <a:gd name="connsiteY17" fmla="*/ 1732 h 872065"/>
                  <a:gd name="connsiteX18" fmla="*/ 683688 w 728932"/>
                  <a:gd name="connsiteY18" fmla="*/ 179066 h 872065"/>
                  <a:gd name="connsiteX19" fmla="*/ 559863 w 728932"/>
                  <a:gd name="connsiteY19" fmla="*/ 407666 h 872065"/>
                  <a:gd name="connsiteX20" fmla="*/ 728932 w 728932"/>
                  <a:gd name="connsiteY20" fmla="*/ 633885 h 872065"/>
                  <a:gd name="connsiteX21" fmla="*/ 433657 w 728932"/>
                  <a:gd name="connsiteY21" fmla="*/ 872010 h 872065"/>
                  <a:gd name="connsiteX22" fmla="*/ 433776 w 728932"/>
                  <a:gd name="connsiteY22" fmla="*/ 869628 h 872065"/>
                  <a:gd name="connsiteX23" fmla="*/ 174101 w 728932"/>
                  <a:gd name="connsiteY23" fmla="*/ 869628 h 872065"/>
                  <a:gd name="connsiteX24" fmla="*/ 127816 w 728932"/>
                  <a:gd name="connsiteY24" fmla="*/ 869628 h 872065"/>
                  <a:gd name="connsiteX25" fmla="*/ 0 w 728932"/>
                  <a:gd name="connsiteY25" fmla="*/ 869628 h 872065"/>
                  <a:gd name="connsiteX26" fmla="*/ 0 w 728932"/>
                  <a:gd name="connsiteY26" fmla="*/ 0 h 872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932" h="872065">
                    <a:moveTo>
                      <a:pt x="174101" y="488630"/>
                    </a:moveTo>
                    <a:lnTo>
                      <a:pt x="174101" y="728663"/>
                    </a:lnTo>
                    <a:lnTo>
                      <a:pt x="442406" y="728663"/>
                    </a:lnTo>
                    <a:cubicBezTo>
                      <a:pt x="511257" y="715167"/>
                      <a:pt x="549532" y="684907"/>
                      <a:pt x="547956" y="612454"/>
                    </a:cubicBezTo>
                    <a:cubicBezTo>
                      <a:pt x="543194" y="552923"/>
                      <a:pt x="538432" y="510060"/>
                      <a:pt x="431276" y="493391"/>
                    </a:cubicBezTo>
                    <a:lnTo>
                      <a:pt x="174101" y="488630"/>
                    </a:lnTo>
                    <a:close/>
                    <a:moveTo>
                      <a:pt x="174101" y="140965"/>
                    </a:moveTo>
                    <a:lnTo>
                      <a:pt x="174101" y="347665"/>
                    </a:lnTo>
                    <a:lnTo>
                      <a:pt x="431276" y="347665"/>
                    </a:lnTo>
                    <a:lnTo>
                      <a:pt x="431276" y="345754"/>
                    </a:lnTo>
                    <a:cubicBezTo>
                      <a:pt x="474139" y="322735"/>
                      <a:pt x="514619" y="311622"/>
                      <a:pt x="517000" y="243359"/>
                    </a:cubicBezTo>
                    <a:cubicBezTo>
                      <a:pt x="517000" y="202878"/>
                      <a:pt x="502713" y="157634"/>
                      <a:pt x="433656" y="148109"/>
                    </a:cubicBezTo>
                    <a:cubicBezTo>
                      <a:pt x="366981" y="140568"/>
                      <a:pt x="274510" y="141043"/>
                      <a:pt x="174101" y="140965"/>
                    </a:cubicBezTo>
                    <a:close/>
                    <a:moveTo>
                      <a:pt x="0" y="0"/>
                    </a:moveTo>
                    <a:lnTo>
                      <a:pt x="127816" y="0"/>
                    </a:lnTo>
                    <a:lnTo>
                      <a:pt x="174101" y="0"/>
                    </a:lnTo>
                    <a:lnTo>
                      <a:pt x="447945" y="0"/>
                    </a:lnTo>
                    <a:lnTo>
                      <a:pt x="447945" y="1732"/>
                    </a:lnTo>
                    <a:cubicBezTo>
                      <a:pt x="634795" y="8775"/>
                      <a:pt x="679801" y="148746"/>
                      <a:pt x="683688" y="179066"/>
                    </a:cubicBezTo>
                    <a:cubicBezTo>
                      <a:pt x="689245" y="333848"/>
                      <a:pt x="620981" y="374328"/>
                      <a:pt x="559863" y="407666"/>
                    </a:cubicBezTo>
                    <a:cubicBezTo>
                      <a:pt x="663844" y="433066"/>
                      <a:pt x="727345" y="515617"/>
                      <a:pt x="728932" y="633885"/>
                    </a:cubicBezTo>
                    <a:cubicBezTo>
                      <a:pt x="720200" y="800572"/>
                      <a:pt x="594788" y="874392"/>
                      <a:pt x="433657" y="872010"/>
                    </a:cubicBezTo>
                    <a:cubicBezTo>
                      <a:pt x="433697" y="871216"/>
                      <a:pt x="433736" y="870422"/>
                      <a:pt x="433776" y="869628"/>
                    </a:cubicBezTo>
                    <a:lnTo>
                      <a:pt x="174101" y="869628"/>
                    </a:lnTo>
                    <a:lnTo>
                      <a:pt x="127816" y="869628"/>
                    </a:lnTo>
                    <a:lnTo>
                      <a:pt x="0" y="869628"/>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atin typeface="+mn-lt"/>
                </a:endParaRPr>
              </a:p>
            </p:txBody>
          </p:sp>
        </p:grpSp>
        <p:grpSp>
          <p:nvGrpSpPr>
            <p:cNvPr id="12" name="Group 11"/>
            <p:cNvGrpSpPr/>
            <p:nvPr/>
          </p:nvGrpSpPr>
          <p:grpSpPr>
            <a:xfrm>
              <a:off x="6690882" y="1037184"/>
              <a:ext cx="720080" cy="720080"/>
              <a:chOff x="6690882" y="1037184"/>
              <a:chExt cx="720080" cy="720080"/>
            </a:xfrm>
          </p:grpSpPr>
          <p:sp>
            <p:nvSpPr>
              <p:cNvPr id="15" name="Rectangle 14"/>
              <p:cNvSpPr/>
              <p:nvPr/>
            </p:nvSpPr>
            <p:spPr>
              <a:xfrm>
                <a:off x="6690882" y="1037184"/>
                <a:ext cx="720080" cy="720080"/>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lt"/>
                </a:endParaRPr>
              </a:p>
            </p:txBody>
          </p:sp>
          <p:sp>
            <p:nvSpPr>
              <p:cNvPr id="16" name="Block Arc 15"/>
              <p:cNvSpPr>
                <a:spLocks noChangeAspect="1"/>
              </p:cNvSpPr>
              <p:nvPr/>
            </p:nvSpPr>
            <p:spPr>
              <a:xfrm>
                <a:off x="6842201" y="1156272"/>
                <a:ext cx="417443" cy="481904"/>
              </a:xfrm>
              <a:prstGeom prst="blockArc">
                <a:avLst>
                  <a:gd name="adj1" fmla="val 1756726"/>
                  <a:gd name="adj2" fmla="val 19889488"/>
                  <a:gd name="adj3" fmla="val 2277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13" name="Round Same Side Corner Rectangle 51"/>
            <p:cNvSpPr/>
            <p:nvPr/>
          </p:nvSpPr>
          <p:spPr>
            <a:xfrm rot="5400000">
              <a:off x="6852922" y="1652530"/>
              <a:ext cx="396000" cy="2520000"/>
            </a:xfrm>
            <a:custGeom>
              <a:avLst/>
              <a:gdLst/>
              <a:ahLst/>
              <a:cxnLst/>
              <a:rect l="l" t="t" r="r" b="b"/>
              <a:pathLst>
                <a:path w="468002" h="2500353">
                  <a:moveTo>
                    <a:pt x="0" y="2500353"/>
                  </a:moveTo>
                  <a:lnTo>
                    <a:pt x="0" y="234001"/>
                  </a:lnTo>
                  <a:cubicBezTo>
                    <a:pt x="0" y="104766"/>
                    <a:pt x="104766" y="0"/>
                    <a:pt x="234001" y="0"/>
                  </a:cubicBezTo>
                  <a:cubicBezTo>
                    <a:pt x="363236" y="0"/>
                    <a:pt x="468002" y="104766"/>
                    <a:pt x="468002" y="234001"/>
                  </a:cubicBezTo>
                  <a:cubicBezTo>
                    <a:pt x="468002" y="989452"/>
                    <a:pt x="468001" y="1744902"/>
                    <a:pt x="468001" y="2500353"/>
                  </a:cubicBezTo>
                  <a:lnTo>
                    <a:pt x="467594" y="2500353"/>
                  </a:lnTo>
                  <a:cubicBezTo>
                    <a:pt x="429063" y="2409421"/>
                    <a:pt x="338980" y="2345641"/>
                    <a:pt x="234000" y="2345641"/>
                  </a:cubicBezTo>
                  <a:cubicBezTo>
                    <a:pt x="129020" y="2345641"/>
                    <a:pt x="38938" y="2409421"/>
                    <a:pt x="406" y="2500353"/>
                  </a:cubicBezTo>
                  <a:close/>
                </a:path>
              </a:pathLst>
            </a:cu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ko-KR" dirty="0"/>
                <a:t>D</a:t>
              </a:r>
              <a:endParaRPr lang="ko-KR" altLang="en-US" dirty="0"/>
            </a:p>
          </p:txBody>
        </p:sp>
        <p:sp>
          <p:nvSpPr>
            <p:cNvPr id="14" name="Round Same Side Corner Rectangle 51"/>
            <p:cNvSpPr/>
            <p:nvPr/>
          </p:nvSpPr>
          <p:spPr>
            <a:xfrm rot="16200000">
              <a:off x="6852922" y="2167123"/>
              <a:ext cx="396000" cy="2520000"/>
            </a:xfrm>
            <a:custGeom>
              <a:avLst/>
              <a:gdLst/>
              <a:ahLst/>
              <a:cxnLst/>
              <a:rect l="l" t="t" r="r" b="b"/>
              <a:pathLst>
                <a:path w="468002" h="2500353">
                  <a:moveTo>
                    <a:pt x="0" y="2500353"/>
                  </a:moveTo>
                  <a:lnTo>
                    <a:pt x="0" y="234001"/>
                  </a:lnTo>
                  <a:cubicBezTo>
                    <a:pt x="0" y="104766"/>
                    <a:pt x="104766" y="0"/>
                    <a:pt x="234001" y="0"/>
                  </a:cubicBezTo>
                  <a:cubicBezTo>
                    <a:pt x="363236" y="0"/>
                    <a:pt x="468002" y="104766"/>
                    <a:pt x="468002" y="234001"/>
                  </a:cubicBezTo>
                  <a:cubicBezTo>
                    <a:pt x="468002" y="989452"/>
                    <a:pt x="468001" y="1744902"/>
                    <a:pt x="468001" y="2500353"/>
                  </a:cubicBezTo>
                  <a:lnTo>
                    <a:pt x="467594" y="2500353"/>
                  </a:lnTo>
                  <a:cubicBezTo>
                    <a:pt x="429063" y="2409421"/>
                    <a:pt x="338980" y="2345641"/>
                    <a:pt x="234000" y="2345641"/>
                  </a:cubicBezTo>
                  <a:cubicBezTo>
                    <a:pt x="129020" y="2345641"/>
                    <a:pt x="38938" y="2409421"/>
                    <a:pt x="406" y="2500353"/>
                  </a:cubicBezTo>
                  <a:close/>
                </a:path>
              </a:pathLst>
            </a:cu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ko-KR" dirty="0"/>
                <a:t>D</a:t>
              </a:r>
              <a:endParaRPr lang="ko-KR" altLang="en-US" dirty="0"/>
            </a:p>
          </p:txBody>
        </p:sp>
      </p:grpSp>
      <p:sp>
        <p:nvSpPr>
          <p:cNvPr id="49" name="제목 1"/>
          <p:cNvSpPr>
            <a:spLocks noGrp="1"/>
          </p:cNvSpPr>
          <p:nvPr>
            <p:ph type="title" hasCustomPrompt="1"/>
          </p:nvPr>
        </p:nvSpPr>
        <p:spPr>
          <a:xfrm>
            <a:off x="1828381" y="3730051"/>
            <a:ext cx="5472608" cy="540000"/>
          </a:xfrm>
          <a:prstGeom prst="rect">
            <a:avLst/>
          </a:prstGeom>
        </p:spPr>
        <p:txBody>
          <a:bodyPr anchor="ctr">
            <a:noAutofit/>
          </a:bodyPr>
          <a:lstStyle>
            <a:lvl1pPr algn="ctr">
              <a:defRPr sz="3600" b="1" baseline="0">
                <a:solidFill>
                  <a:schemeClr val="tx1">
                    <a:lumMod val="75000"/>
                    <a:lumOff val="25000"/>
                  </a:schemeClr>
                </a:solidFill>
                <a:effectLst/>
                <a:latin typeface="+mj-lt"/>
                <a:cs typeface="Arial" pitchFamily="34" charset="0"/>
              </a:defRPr>
            </a:lvl1pPr>
          </a:lstStyle>
          <a:p>
            <a:r>
              <a:rPr lang="en-US" altLang="ko-KR" dirty="0"/>
              <a:t>Thank you</a:t>
            </a:r>
            <a:endParaRPr lang="ko-KR" altLang="en-US" dirty="0"/>
          </a:p>
        </p:txBody>
      </p:sp>
      <p:sp>
        <p:nvSpPr>
          <p:cNvPr id="50" name="Text Placeholder 9"/>
          <p:cNvSpPr>
            <a:spLocks noGrp="1"/>
          </p:cNvSpPr>
          <p:nvPr>
            <p:ph type="body" sz="quarter" idx="10" hasCustomPrompt="1"/>
          </p:nvPr>
        </p:nvSpPr>
        <p:spPr>
          <a:xfrm>
            <a:off x="1828381" y="4279619"/>
            <a:ext cx="5472608" cy="252000"/>
          </a:xfrm>
          <a:prstGeom prst="rect">
            <a:avLst/>
          </a:prstGeom>
        </p:spPr>
        <p:txBody>
          <a:bodyPr lIns="108000" anchor="ctr"/>
          <a:lstStyle>
            <a:lvl1pPr marL="0" indent="0" algn="ctr">
              <a:buNone/>
              <a:defRPr sz="1400" baseline="0">
                <a:solidFill>
                  <a:schemeClr val="tx1">
                    <a:lumMod val="75000"/>
                    <a:lumOff val="25000"/>
                  </a:schemeClr>
                </a:solidFill>
                <a:effectLst/>
                <a:latin typeface="+mn-lt"/>
                <a:cs typeface="Arial" pitchFamily="34" charset="0"/>
              </a:defRPr>
            </a:lvl1pPr>
          </a:lstStyle>
          <a:p>
            <a:pPr lvl="0"/>
            <a:r>
              <a:rPr lang="en-US" altLang="ko-KR" dirty="0"/>
              <a:t>This text can be replaced with your own text</a:t>
            </a:r>
            <a:endParaRPr lang="ko-KR" altLang="en-US" dirty="0"/>
          </a:p>
        </p:txBody>
      </p:sp>
    </p:spTree>
    <p:extLst>
      <p:ext uri="{BB962C8B-B14F-4D97-AF65-F5344CB8AC3E}">
        <p14:creationId xmlns:p14="http://schemas.microsoft.com/office/powerpoint/2010/main" val="3298155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0" y="25735"/>
            <a:ext cx="9144000" cy="776530"/>
          </a:xfrm>
          <a:prstGeom prst="rect">
            <a:avLst/>
          </a:prstGeom>
        </p:spPr>
        <p:txBody>
          <a:bodyPr anchor="ctr"/>
          <a:lstStyle>
            <a:lvl1pPr algn="ctr">
              <a:defRPr sz="3600" b="1" baseline="0">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spTree>
    <p:extLst>
      <p:ext uri="{BB962C8B-B14F-4D97-AF65-F5344CB8AC3E}">
        <p14:creationId xmlns:p14="http://schemas.microsoft.com/office/powerpoint/2010/main" val="4117550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accent4"/>
        </a:solidFill>
        <a:effectLst/>
      </p:bgPr>
    </p:bg>
    <p:spTree>
      <p:nvGrpSpPr>
        <p:cNvPr id="1" name=""/>
        <p:cNvGrpSpPr/>
        <p:nvPr/>
      </p:nvGrpSpPr>
      <p:grpSpPr>
        <a:xfrm>
          <a:off x="0" y="0"/>
          <a:ext cx="0" cy="0"/>
          <a:chOff x="0" y="0"/>
          <a:chExt cx="0" cy="0"/>
        </a:xfrm>
      </p:grpSpPr>
      <p:grpSp>
        <p:nvGrpSpPr>
          <p:cNvPr id="4" name="Group 131">
            <a:extLst>
              <a:ext uri="{FF2B5EF4-FFF2-40B4-BE49-F238E27FC236}">
                <a16:creationId xmlns:a16="http://schemas.microsoft.com/office/drawing/2014/main" id="{27EE9740-0123-4869-BA43-7DD9426DE4D1}"/>
              </a:ext>
            </a:extLst>
          </p:cNvPr>
          <p:cNvGrpSpPr/>
          <p:nvPr userDrawn="1"/>
        </p:nvGrpSpPr>
        <p:grpSpPr>
          <a:xfrm>
            <a:off x="8007323" y="3939702"/>
            <a:ext cx="1029173" cy="1086422"/>
            <a:chOff x="787805" y="339502"/>
            <a:chExt cx="4175262" cy="4407517"/>
          </a:xfrm>
        </p:grpSpPr>
        <p:sp>
          <p:nvSpPr>
            <p:cNvPr id="6" name="Oval 132">
              <a:extLst>
                <a:ext uri="{FF2B5EF4-FFF2-40B4-BE49-F238E27FC236}">
                  <a16:creationId xmlns:a16="http://schemas.microsoft.com/office/drawing/2014/main" id="{447CDFBA-A030-4D6E-9FAD-493BCB45F4AC}"/>
                </a:ext>
              </a:extLst>
            </p:cNvPr>
            <p:cNvSpPr/>
            <p:nvPr/>
          </p:nvSpPr>
          <p:spPr>
            <a:xfrm>
              <a:off x="787805" y="339502"/>
              <a:ext cx="4175262" cy="417526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grpSp>
          <p:nvGrpSpPr>
            <p:cNvPr id="7" name="Group 133">
              <a:extLst>
                <a:ext uri="{FF2B5EF4-FFF2-40B4-BE49-F238E27FC236}">
                  <a16:creationId xmlns:a16="http://schemas.microsoft.com/office/drawing/2014/main" id="{702A2EA0-731F-4C9E-8163-4C2B0E0CA697}"/>
                </a:ext>
              </a:extLst>
            </p:cNvPr>
            <p:cNvGrpSpPr/>
            <p:nvPr/>
          </p:nvGrpSpPr>
          <p:grpSpPr>
            <a:xfrm>
              <a:off x="1129436" y="1046675"/>
              <a:ext cx="3492000" cy="3700344"/>
              <a:chOff x="5304922" y="1037184"/>
              <a:chExt cx="3492000" cy="3700344"/>
            </a:xfrm>
          </p:grpSpPr>
          <p:grpSp>
            <p:nvGrpSpPr>
              <p:cNvPr id="9" name="Group 134">
                <a:extLst>
                  <a:ext uri="{FF2B5EF4-FFF2-40B4-BE49-F238E27FC236}">
                    <a16:creationId xmlns:a16="http://schemas.microsoft.com/office/drawing/2014/main" id="{2C176EB5-F96E-4F35-853D-6EF47F79EDBD}"/>
                  </a:ext>
                </a:extLst>
              </p:cNvPr>
              <p:cNvGrpSpPr/>
              <p:nvPr/>
            </p:nvGrpSpPr>
            <p:grpSpPr>
              <a:xfrm>
                <a:off x="5304922" y="3743716"/>
                <a:ext cx="3492000" cy="437610"/>
                <a:chOff x="1709238" y="4209096"/>
                <a:chExt cx="3492000" cy="437610"/>
              </a:xfrm>
            </p:grpSpPr>
            <p:sp>
              <p:nvSpPr>
                <p:cNvPr id="35" name="Rectangle 160">
                  <a:extLst>
                    <a:ext uri="{FF2B5EF4-FFF2-40B4-BE49-F238E27FC236}">
                      <a16:creationId xmlns:a16="http://schemas.microsoft.com/office/drawing/2014/main" id="{A088076B-D1E6-42F3-8822-2B0C0C2EF717}"/>
                    </a:ext>
                  </a:extLst>
                </p:cNvPr>
                <p:cNvSpPr/>
                <p:nvPr/>
              </p:nvSpPr>
              <p:spPr>
                <a:xfrm>
                  <a:off x="1709238" y="4214706"/>
                  <a:ext cx="3492000" cy="432000"/>
                </a:xfrm>
                <a:prstGeom prst="rec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6" name="Group 161">
                  <a:extLst>
                    <a:ext uri="{FF2B5EF4-FFF2-40B4-BE49-F238E27FC236}">
                      <a16:creationId xmlns:a16="http://schemas.microsoft.com/office/drawing/2014/main" id="{5E605DFA-9839-43EB-A35A-47428FC7B705}"/>
                    </a:ext>
                  </a:extLst>
                </p:cNvPr>
                <p:cNvGrpSpPr/>
                <p:nvPr/>
              </p:nvGrpSpPr>
              <p:grpSpPr>
                <a:xfrm>
                  <a:off x="2078720" y="4209096"/>
                  <a:ext cx="469833" cy="432000"/>
                  <a:chOff x="2078720" y="4209096"/>
                  <a:chExt cx="469833" cy="432000"/>
                </a:xfrm>
              </p:grpSpPr>
              <p:sp>
                <p:nvSpPr>
                  <p:cNvPr id="44" name="Rectangle 169">
                    <a:extLst>
                      <a:ext uri="{FF2B5EF4-FFF2-40B4-BE49-F238E27FC236}">
                        <a16:creationId xmlns:a16="http://schemas.microsoft.com/office/drawing/2014/main" id="{B5FFB653-9F76-4A65-A49D-9F2C85A198AB}"/>
                      </a:ext>
                    </a:extLst>
                  </p:cNvPr>
                  <p:cNvSpPr/>
                  <p:nvPr/>
                </p:nvSpPr>
                <p:spPr>
                  <a:xfrm>
                    <a:off x="2078720"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5" name="Rectangle 170">
                    <a:extLst>
                      <a:ext uri="{FF2B5EF4-FFF2-40B4-BE49-F238E27FC236}">
                        <a16:creationId xmlns:a16="http://schemas.microsoft.com/office/drawing/2014/main" id="{BCC13D2D-CB21-4D8F-B306-116668EB554E}"/>
                      </a:ext>
                    </a:extLst>
                  </p:cNvPr>
                  <p:cNvSpPr/>
                  <p:nvPr/>
                </p:nvSpPr>
                <p:spPr>
                  <a:xfrm>
                    <a:off x="2217331"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6" name="Rectangle 171">
                    <a:extLst>
                      <a:ext uri="{FF2B5EF4-FFF2-40B4-BE49-F238E27FC236}">
                        <a16:creationId xmlns:a16="http://schemas.microsoft.com/office/drawing/2014/main" id="{4B4EC037-AC2B-4929-B36A-C295F594A5F3}"/>
                      </a:ext>
                    </a:extLst>
                  </p:cNvPr>
                  <p:cNvSpPr/>
                  <p:nvPr/>
                </p:nvSpPr>
                <p:spPr>
                  <a:xfrm>
                    <a:off x="2355942"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7" name="Rectangle 172">
                    <a:extLst>
                      <a:ext uri="{FF2B5EF4-FFF2-40B4-BE49-F238E27FC236}">
                        <a16:creationId xmlns:a16="http://schemas.microsoft.com/office/drawing/2014/main" id="{0A91E61B-6974-4AE2-B59E-A95CC1A47D2C}"/>
                      </a:ext>
                    </a:extLst>
                  </p:cNvPr>
                  <p:cNvSpPr/>
                  <p:nvPr/>
                </p:nvSpPr>
                <p:spPr>
                  <a:xfrm>
                    <a:off x="2494553"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37" name="Group 162">
                  <a:extLst>
                    <a:ext uri="{FF2B5EF4-FFF2-40B4-BE49-F238E27FC236}">
                      <a16:creationId xmlns:a16="http://schemas.microsoft.com/office/drawing/2014/main" id="{27F7EB12-F708-4209-A61D-2512C24393D2}"/>
                    </a:ext>
                  </a:extLst>
                </p:cNvPr>
                <p:cNvGrpSpPr/>
                <p:nvPr/>
              </p:nvGrpSpPr>
              <p:grpSpPr>
                <a:xfrm>
                  <a:off x="4098293" y="4384000"/>
                  <a:ext cx="900965" cy="82800"/>
                  <a:chOff x="4098293" y="4384000"/>
                  <a:chExt cx="900965" cy="82800"/>
                </a:xfrm>
              </p:grpSpPr>
              <p:sp>
                <p:nvSpPr>
                  <p:cNvPr id="38" name="Rectangle 163">
                    <a:extLst>
                      <a:ext uri="{FF2B5EF4-FFF2-40B4-BE49-F238E27FC236}">
                        <a16:creationId xmlns:a16="http://schemas.microsoft.com/office/drawing/2014/main" id="{C1C94283-5648-4D39-A6BA-94038C5B4847}"/>
                      </a:ext>
                    </a:extLst>
                  </p:cNvPr>
                  <p:cNvSpPr/>
                  <p:nvPr/>
                </p:nvSpPr>
                <p:spPr>
                  <a:xfrm>
                    <a:off x="4098293"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9" name="Rectangle 164">
                    <a:extLst>
                      <a:ext uri="{FF2B5EF4-FFF2-40B4-BE49-F238E27FC236}">
                        <a16:creationId xmlns:a16="http://schemas.microsoft.com/office/drawing/2014/main" id="{186C071A-034E-41D6-B2D4-5F90DD2C7357}"/>
                      </a:ext>
                    </a:extLst>
                  </p:cNvPr>
                  <p:cNvSpPr/>
                  <p:nvPr/>
                </p:nvSpPr>
                <p:spPr>
                  <a:xfrm>
                    <a:off x="4260486"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0" name="Rectangle 165">
                    <a:extLst>
                      <a:ext uri="{FF2B5EF4-FFF2-40B4-BE49-F238E27FC236}">
                        <a16:creationId xmlns:a16="http://schemas.microsoft.com/office/drawing/2014/main" id="{9D26C39B-8B97-4ECF-B6DD-B85BA0645422}"/>
                      </a:ext>
                    </a:extLst>
                  </p:cNvPr>
                  <p:cNvSpPr/>
                  <p:nvPr/>
                </p:nvSpPr>
                <p:spPr>
                  <a:xfrm>
                    <a:off x="4422679"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1" name="Rectangle 166">
                    <a:extLst>
                      <a:ext uri="{FF2B5EF4-FFF2-40B4-BE49-F238E27FC236}">
                        <a16:creationId xmlns:a16="http://schemas.microsoft.com/office/drawing/2014/main" id="{ECD584BD-CBEA-4A0C-AB8E-F908D8D2F3CF}"/>
                      </a:ext>
                    </a:extLst>
                  </p:cNvPr>
                  <p:cNvSpPr/>
                  <p:nvPr/>
                </p:nvSpPr>
                <p:spPr>
                  <a:xfrm>
                    <a:off x="4584872"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2" name="Rectangle 167">
                    <a:extLst>
                      <a:ext uri="{FF2B5EF4-FFF2-40B4-BE49-F238E27FC236}">
                        <a16:creationId xmlns:a16="http://schemas.microsoft.com/office/drawing/2014/main" id="{C5728277-DF1F-49FA-A188-97A3A7E9BCA7}"/>
                      </a:ext>
                    </a:extLst>
                  </p:cNvPr>
                  <p:cNvSpPr/>
                  <p:nvPr/>
                </p:nvSpPr>
                <p:spPr>
                  <a:xfrm>
                    <a:off x="4747065"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3" name="Rectangle 168">
                    <a:extLst>
                      <a:ext uri="{FF2B5EF4-FFF2-40B4-BE49-F238E27FC236}">
                        <a16:creationId xmlns:a16="http://schemas.microsoft.com/office/drawing/2014/main" id="{F2CC3C6B-2E47-4B4F-B1F5-22F379354563}"/>
                      </a:ext>
                    </a:extLst>
                  </p:cNvPr>
                  <p:cNvSpPr/>
                  <p:nvPr/>
                </p:nvSpPr>
                <p:spPr>
                  <a:xfrm>
                    <a:off x="4909258"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grpSp>
            <p:nvGrpSpPr>
              <p:cNvPr id="10" name="Group 135">
                <a:extLst>
                  <a:ext uri="{FF2B5EF4-FFF2-40B4-BE49-F238E27FC236}">
                    <a16:creationId xmlns:a16="http://schemas.microsoft.com/office/drawing/2014/main" id="{16966161-F969-48CE-9CA1-49DE5D84207F}"/>
                  </a:ext>
                </a:extLst>
              </p:cNvPr>
              <p:cNvGrpSpPr/>
              <p:nvPr/>
            </p:nvGrpSpPr>
            <p:grpSpPr>
              <a:xfrm flipH="1">
                <a:off x="5304922" y="4299918"/>
                <a:ext cx="3492000" cy="437610"/>
                <a:chOff x="1709238" y="4209096"/>
                <a:chExt cx="3492000" cy="437610"/>
              </a:xfrm>
            </p:grpSpPr>
            <p:sp>
              <p:nvSpPr>
                <p:cNvPr id="22" name="Rectangle 147">
                  <a:extLst>
                    <a:ext uri="{FF2B5EF4-FFF2-40B4-BE49-F238E27FC236}">
                      <a16:creationId xmlns:a16="http://schemas.microsoft.com/office/drawing/2014/main" id="{93B56050-6CF1-421F-BE2B-ACE4BF647094}"/>
                    </a:ext>
                  </a:extLst>
                </p:cNvPr>
                <p:cNvSpPr/>
                <p:nvPr/>
              </p:nvSpPr>
              <p:spPr>
                <a:xfrm>
                  <a:off x="1709238" y="4214706"/>
                  <a:ext cx="3492000" cy="432000"/>
                </a:xfrm>
                <a:prstGeom prst="rect">
                  <a:avLst/>
                </a:prstGeom>
                <a:solidFill>
                  <a:schemeClr val="accent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3" name="Group 148">
                  <a:extLst>
                    <a:ext uri="{FF2B5EF4-FFF2-40B4-BE49-F238E27FC236}">
                      <a16:creationId xmlns:a16="http://schemas.microsoft.com/office/drawing/2014/main" id="{705F14FC-E5A6-4568-ACDF-1D3FE0C299AF}"/>
                    </a:ext>
                  </a:extLst>
                </p:cNvPr>
                <p:cNvGrpSpPr/>
                <p:nvPr/>
              </p:nvGrpSpPr>
              <p:grpSpPr>
                <a:xfrm>
                  <a:off x="2078720" y="4209096"/>
                  <a:ext cx="469833" cy="432000"/>
                  <a:chOff x="2078720" y="4209096"/>
                  <a:chExt cx="469833" cy="432000"/>
                </a:xfrm>
              </p:grpSpPr>
              <p:sp>
                <p:nvSpPr>
                  <p:cNvPr id="31" name="Rectangle 156">
                    <a:extLst>
                      <a:ext uri="{FF2B5EF4-FFF2-40B4-BE49-F238E27FC236}">
                        <a16:creationId xmlns:a16="http://schemas.microsoft.com/office/drawing/2014/main" id="{C1C67428-84B3-47F6-B572-1DDAD72482EA}"/>
                      </a:ext>
                    </a:extLst>
                  </p:cNvPr>
                  <p:cNvSpPr/>
                  <p:nvPr/>
                </p:nvSpPr>
                <p:spPr>
                  <a:xfrm>
                    <a:off x="2078720"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2" name="Rectangle 157">
                    <a:extLst>
                      <a:ext uri="{FF2B5EF4-FFF2-40B4-BE49-F238E27FC236}">
                        <a16:creationId xmlns:a16="http://schemas.microsoft.com/office/drawing/2014/main" id="{4D291A85-90BC-40C4-82C8-995D19DA7B57}"/>
                      </a:ext>
                    </a:extLst>
                  </p:cNvPr>
                  <p:cNvSpPr/>
                  <p:nvPr/>
                </p:nvSpPr>
                <p:spPr>
                  <a:xfrm>
                    <a:off x="2217331"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3" name="Rectangle 158">
                    <a:extLst>
                      <a:ext uri="{FF2B5EF4-FFF2-40B4-BE49-F238E27FC236}">
                        <a16:creationId xmlns:a16="http://schemas.microsoft.com/office/drawing/2014/main" id="{1208F1BF-C308-4341-9331-371D54887A35}"/>
                      </a:ext>
                    </a:extLst>
                  </p:cNvPr>
                  <p:cNvSpPr/>
                  <p:nvPr/>
                </p:nvSpPr>
                <p:spPr>
                  <a:xfrm>
                    <a:off x="2355942"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4" name="Rectangle 159">
                    <a:extLst>
                      <a:ext uri="{FF2B5EF4-FFF2-40B4-BE49-F238E27FC236}">
                        <a16:creationId xmlns:a16="http://schemas.microsoft.com/office/drawing/2014/main" id="{79574260-10CF-4B47-BE94-064E3817BFD5}"/>
                      </a:ext>
                    </a:extLst>
                  </p:cNvPr>
                  <p:cNvSpPr/>
                  <p:nvPr/>
                </p:nvSpPr>
                <p:spPr>
                  <a:xfrm>
                    <a:off x="2494553"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24" name="Group 149">
                  <a:extLst>
                    <a:ext uri="{FF2B5EF4-FFF2-40B4-BE49-F238E27FC236}">
                      <a16:creationId xmlns:a16="http://schemas.microsoft.com/office/drawing/2014/main" id="{29B59D79-C5D1-4C8A-A153-2896A45EC8E8}"/>
                    </a:ext>
                  </a:extLst>
                </p:cNvPr>
                <p:cNvGrpSpPr/>
                <p:nvPr/>
              </p:nvGrpSpPr>
              <p:grpSpPr>
                <a:xfrm>
                  <a:off x="4098293" y="4384000"/>
                  <a:ext cx="900965" cy="82800"/>
                  <a:chOff x="4098293" y="4384000"/>
                  <a:chExt cx="900965" cy="82800"/>
                </a:xfrm>
              </p:grpSpPr>
              <p:sp>
                <p:nvSpPr>
                  <p:cNvPr id="25" name="Rectangle 150">
                    <a:extLst>
                      <a:ext uri="{FF2B5EF4-FFF2-40B4-BE49-F238E27FC236}">
                        <a16:creationId xmlns:a16="http://schemas.microsoft.com/office/drawing/2014/main" id="{8DA58CED-B891-4D70-BF4E-F7C6E3CDEB7D}"/>
                      </a:ext>
                    </a:extLst>
                  </p:cNvPr>
                  <p:cNvSpPr/>
                  <p:nvPr/>
                </p:nvSpPr>
                <p:spPr>
                  <a:xfrm>
                    <a:off x="4098293"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6" name="Rectangle 151">
                    <a:extLst>
                      <a:ext uri="{FF2B5EF4-FFF2-40B4-BE49-F238E27FC236}">
                        <a16:creationId xmlns:a16="http://schemas.microsoft.com/office/drawing/2014/main" id="{D5615C41-5541-4FE5-BB94-F395569E4B52}"/>
                      </a:ext>
                    </a:extLst>
                  </p:cNvPr>
                  <p:cNvSpPr/>
                  <p:nvPr/>
                </p:nvSpPr>
                <p:spPr>
                  <a:xfrm>
                    <a:off x="4260486"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7" name="Rectangle 152">
                    <a:extLst>
                      <a:ext uri="{FF2B5EF4-FFF2-40B4-BE49-F238E27FC236}">
                        <a16:creationId xmlns:a16="http://schemas.microsoft.com/office/drawing/2014/main" id="{AD243482-CED3-434C-8308-51F8E10B9F44}"/>
                      </a:ext>
                    </a:extLst>
                  </p:cNvPr>
                  <p:cNvSpPr/>
                  <p:nvPr/>
                </p:nvSpPr>
                <p:spPr>
                  <a:xfrm>
                    <a:off x="4422679"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8" name="Rectangle 153">
                    <a:extLst>
                      <a:ext uri="{FF2B5EF4-FFF2-40B4-BE49-F238E27FC236}">
                        <a16:creationId xmlns:a16="http://schemas.microsoft.com/office/drawing/2014/main" id="{CBEE918D-9CFE-4074-B060-80787DAC7404}"/>
                      </a:ext>
                    </a:extLst>
                  </p:cNvPr>
                  <p:cNvSpPr/>
                  <p:nvPr/>
                </p:nvSpPr>
                <p:spPr>
                  <a:xfrm>
                    <a:off x="4584872"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9" name="Rectangle 154">
                    <a:extLst>
                      <a:ext uri="{FF2B5EF4-FFF2-40B4-BE49-F238E27FC236}">
                        <a16:creationId xmlns:a16="http://schemas.microsoft.com/office/drawing/2014/main" id="{33E58DA4-9445-42D6-8698-D553D440C13E}"/>
                      </a:ext>
                    </a:extLst>
                  </p:cNvPr>
                  <p:cNvSpPr/>
                  <p:nvPr/>
                </p:nvSpPr>
                <p:spPr>
                  <a:xfrm>
                    <a:off x="4747065"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0" name="Rectangle 155">
                    <a:extLst>
                      <a:ext uri="{FF2B5EF4-FFF2-40B4-BE49-F238E27FC236}">
                        <a16:creationId xmlns:a16="http://schemas.microsoft.com/office/drawing/2014/main" id="{B635869A-C811-406D-B73E-F2BEA6835DBE}"/>
                      </a:ext>
                    </a:extLst>
                  </p:cNvPr>
                  <p:cNvSpPr/>
                  <p:nvPr/>
                </p:nvSpPr>
                <p:spPr>
                  <a:xfrm>
                    <a:off x="4909258"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grpSp>
            <p:nvGrpSpPr>
              <p:cNvPr id="11" name="Group 136">
                <a:extLst>
                  <a:ext uri="{FF2B5EF4-FFF2-40B4-BE49-F238E27FC236}">
                    <a16:creationId xmlns:a16="http://schemas.microsoft.com/office/drawing/2014/main" id="{0C91AD8C-42DA-4BAD-A05B-813F8FF5805B}"/>
                  </a:ext>
                </a:extLst>
              </p:cNvPr>
              <p:cNvGrpSpPr/>
              <p:nvPr/>
            </p:nvGrpSpPr>
            <p:grpSpPr>
              <a:xfrm>
                <a:off x="6272654" y="1875857"/>
                <a:ext cx="720080" cy="720080"/>
                <a:chOff x="6272654" y="1875857"/>
                <a:chExt cx="720080" cy="720080"/>
              </a:xfrm>
            </p:grpSpPr>
            <p:sp>
              <p:nvSpPr>
                <p:cNvPr id="20" name="Rectangle 145">
                  <a:extLst>
                    <a:ext uri="{FF2B5EF4-FFF2-40B4-BE49-F238E27FC236}">
                      <a16:creationId xmlns:a16="http://schemas.microsoft.com/office/drawing/2014/main" id="{1B068CA3-3CBF-464B-BA38-86D999AC9E43}"/>
                    </a:ext>
                  </a:extLst>
                </p:cNvPr>
                <p:cNvSpPr/>
                <p:nvPr/>
              </p:nvSpPr>
              <p:spPr>
                <a:xfrm>
                  <a:off x="6272654" y="1875857"/>
                  <a:ext cx="720080" cy="720080"/>
                </a:xfrm>
                <a:prstGeom prst="rec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Parallelogram 5">
                  <a:extLst>
                    <a:ext uri="{FF2B5EF4-FFF2-40B4-BE49-F238E27FC236}">
                      <a16:creationId xmlns:a16="http://schemas.microsoft.com/office/drawing/2014/main" id="{B1D31BB0-1630-4739-914C-C145F309A5AF}"/>
                    </a:ext>
                  </a:extLst>
                </p:cNvPr>
                <p:cNvSpPr>
                  <a:spLocks/>
                </p:cNvSpPr>
                <p:nvPr/>
              </p:nvSpPr>
              <p:spPr>
                <a:xfrm>
                  <a:off x="6391715" y="1978487"/>
                  <a:ext cx="481958" cy="481904"/>
                </a:xfrm>
                <a:custGeom>
                  <a:avLst/>
                  <a:gdLst/>
                  <a:ahLst/>
                  <a:cxnLst/>
                  <a:rect l="l" t="t" r="r" b="b"/>
                  <a:pathLst>
                    <a:path w="848270" h="868857">
                      <a:moveTo>
                        <a:pt x="424135" y="189887"/>
                      </a:moveTo>
                      <a:lnTo>
                        <a:pt x="297766" y="526729"/>
                      </a:lnTo>
                      <a:lnTo>
                        <a:pt x="550505" y="526729"/>
                      </a:lnTo>
                      <a:close/>
                      <a:moveTo>
                        <a:pt x="325960" y="0"/>
                      </a:moveTo>
                      <a:lnTo>
                        <a:pt x="352897" y="0"/>
                      </a:lnTo>
                      <a:lnTo>
                        <a:pt x="495373" y="0"/>
                      </a:lnTo>
                      <a:lnTo>
                        <a:pt x="522310" y="0"/>
                      </a:lnTo>
                      <a:lnTo>
                        <a:pt x="848270" y="868857"/>
                      </a:lnTo>
                      <a:lnTo>
                        <a:pt x="678857" y="868857"/>
                      </a:lnTo>
                      <a:lnTo>
                        <a:pt x="604960" y="671883"/>
                      </a:lnTo>
                      <a:lnTo>
                        <a:pt x="243310" y="671883"/>
                      </a:lnTo>
                      <a:lnTo>
                        <a:pt x="169413" y="868857"/>
                      </a:lnTo>
                      <a:lnTo>
                        <a:pt x="0" y="86885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12" name="Group 137">
                <a:extLst>
                  <a:ext uri="{FF2B5EF4-FFF2-40B4-BE49-F238E27FC236}">
                    <a16:creationId xmlns:a16="http://schemas.microsoft.com/office/drawing/2014/main" id="{15C18143-14BB-4C58-A20B-7318D344E22E}"/>
                  </a:ext>
                </a:extLst>
              </p:cNvPr>
              <p:cNvGrpSpPr/>
              <p:nvPr/>
            </p:nvGrpSpPr>
            <p:grpSpPr>
              <a:xfrm>
                <a:off x="7109110" y="1875857"/>
                <a:ext cx="720080" cy="720080"/>
                <a:chOff x="7109110" y="1875857"/>
                <a:chExt cx="720080" cy="720080"/>
              </a:xfrm>
            </p:grpSpPr>
            <p:sp>
              <p:nvSpPr>
                <p:cNvPr id="18" name="Rectangle 143">
                  <a:extLst>
                    <a:ext uri="{FF2B5EF4-FFF2-40B4-BE49-F238E27FC236}">
                      <a16:creationId xmlns:a16="http://schemas.microsoft.com/office/drawing/2014/main" id="{E954313C-2870-4B5A-B18A-5C692BEC6D8C}"/>
                    </a:ext>
                  </a:extLst>
                </p:cNvPr>
                <p:cNvSpPr/>
                <p:nvPr/>
              </p:nvSpPr>
              <p:spPr>
                <a:xfrm>
                  <a:off x="7109110" y="1875857"/>
                  <a:ext cx="720080" cy="720080"/>
                </a:xfrm>
                <a:prstGeom prst="rect">
                  <a:avLst/>
                </a:prstGeom>
                <a:solidFill>
                  <a:schemeClr val="accent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Rectangle 9">
                  <a:extLst>
                    <a:ext uri="{FF2B5EF4-FFF2-40B4-BE49-F238E27FC236}">
                      <a16:creationId xmlns:a16="http://schemas.microsoft.com/office/drawing/2014/main" id="{4763907E-8A97-41E2-93BA-2E0B967D4ECA}"/>
                    </a:ext>
                  </a:extLst>
                </p:cNvPr>
                <p:cNvSpPr>
                  <a:spLocks noChangeAspect="1"/>
                </p:cNvSpPr>
                <p:nvPr/>
              </p:nvSpPr>
              <p:spPr>
                <a:xfrm>
                  <a:off x="7267746" y="1994945"/>
                  <a:ext cx="402809" cy="481904"/>
                </a:xfrm>
                <a:custGeom>
                  <a:avLst/>
                  <a:gdLst>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174101 w 728932"/>
                    <a:gd name="connsiteY5" fmla="*/ 488630 h 872065"/>
                    <a:gd name="connsiteX6" fmla="*/ 174101 w 728932"/>
                    <a:gd name="connsiteY6" fmla="*/ 140965 h 872065"/>
                    <a:gd name="connsiteX7" fmla="*/ 174101 w 728932"/>
                    <a:gd name="connsiteY7" fmla="*/ 347665 h 872065"/>
                    <a:gd name="connsiteX8" fmla="*/ 431276 w 728932"/>
                    <a:gd name="connsiteY8" fmla="*/ 347665 h 872065"/>
                    <a:gd name="connsiteX9" fmla="*/ 431276 w 728932"/>
                    <a:gd name="connsiteY9" fmla="*/ 345754 h 872065"/>
                    <a:gd name="connsiteX10" fmla="*/ 517000 w 728932"/>
                    <a:gd name="connsiteY10" fmla="*/ 243359 h 872065"/>
                    <a:gd name="connsiteX11" fmla="*/ 433656 w 728932"/>
                    <a:gd name="connsiteY11" fmla="*/ 148109 h 872065"/>
                    <a:gd name="connsiteX12" fmla="*/ 174101 w 728932"/>
                    <a:gd name="connsiteY12" fmla="*/ 140965 h 872065"/>
                    <a:gd name="connsiteX13" fmla="*/ 0 w 728932"/>
                    <a:gd name="connsiteY13" fmla="*/ 0 h 872065"/>
                    <a:gd name="connsiteX14" fmla="*/ 127816 w 728932"/>
                    <a:gd name="connsiteY14" fmla="*/ 0 h 872065"/>
                    <a:gd name="connsiteX15" fmla="*/ 174101 w 728932"/>
                    <a:gd name="connsiteY15" fmla="*/ 0 h 872065"/>
                    <a:gd name="connsiteX16" fmla="*/ 447945 w 728932"/>
                    <a:gd name="connsiteY16" fmla="*/ 0 h 872065"/>
                    <a:gd name="connsiteX17" fmla="*/ 447945 w 728932"/>
                    <a:gd name="connsiteY17" fmla="*/ 1732 h 872065"/>
                    <a:gd name="connsiteX18" fmla="*/ 683688 w 728932"/>
                    <a:gd name="connsiteY18" fmla="*/ 179066 h 872065"/>
                    <a:gd name="connsiteX19" fmla="*/ 559863 w 728932"/>
                    <a:gd name="connsiteY19" fmla="*/ 407666 h 872065"/>
                    <a:gd name="connsiteX20" fmla="*/ 728932 w 728932"/>
                    <a:gd name="connsiteY20" fmla="*/ 633885 h 872065"/>
                    <a:gd name="connsiteX21" fmla="*/ 433657 w 728932"/>
                    <a:gd name="connsiteY21" fmla="*/ 872010 h 872065"/>
                    <a:gd name="connsiteX22" fmla="*/ 433776 w 728932"/>
                    <a:gd name="connsiteY22" fmla="*/ 869628 h 872065"/>
                    <a:gd name="connsiteX23" fmla="*/ 174101 w 728932"/>
                    <a:gd name="connsiteY23" fmla="*/ 869628 h 872065"/>
                    <a:gd name="connsiteX24" fmla="*/ 127816 w 728932"/>
                    <a:gd name="connsiteY24" fmla="*/ 869628 h 872065"/>
                    <a:gd name="connsiteX25" fmla="*/ 0 w 728932"/>
                    <a:gd name="connsiteY25" fmla="*/ 869628 h 872065"/>
                    <a:gd name="connsiteX26" fmla="*/ 0 w 728932"/>
                    <a:gd name="connsiteY26" fmla="*/ 0 h 872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932" h="872065">
                      <a:moveTo>
                        <a:pt x="174101" y="488630"/>
                      </a:moveTo>
                      <a:lnTo>
                        <a:pt x="174101" y="728663"/>
                      </a:lnTo>
                      <a:lnTo>
                        <a:pt x="442406" y="728663"/>
                      </a:lnTo>
                      <a:cubicBezTo>
                        <a:pt x="511257" y="715167"/>
                        <a:pt x="549532" y="684907"/>
                        <a:pt x="547956" y="612454"/>
                      </a:cubicBezTo>
                      <a:cubicBezTo>
                        <a:pt x="543194" y="552923"/>
                        <a:pt x="538432" y="510060"/>
                        <a:pt x="431276" y="493391"/>
                      </a:cubicBezTo>
                      <a:lnTo>
                        <a:pt x="174101" y="488630"/>
                      </a:lnTo>
                      <a:close/>
                      <a:moveTo>
                        <a:pt x="174101" y="140965"/>
                      </a:moveTo>
                      <a:lnTo>
                        <a:pt x="174101" y="347665"/>
                      </a:lnTo>
                      <a:lnTo>
                        <a:pt x="431276" y="347665"/>
                      </a:lnTo>
                      <a:lnTo>
                        <a:pt x="431276" y="345754"/>
                      </a:lnTo>
                      <a:cubicBezTo>
                        <a:pt x="474139" y="322735"/>
                        <a:pt x="514619" y="311622"/>
                        <a:pt x="517000" y="243359"/>
                      </a:cubicBezTo>
                      <a:cubicBezTo>
                        <a:pt x="517000" y="202878"/>
                        <a:pt x="502713" y="157634"/>
                        <a:pt x="433656" y="148109"/>
                      </a:cubicBezTo>
                      <a:cubicBezTo>
                        <a:pt x="366981" y="140568"/>
                        <a:pt x="274510" y="141043"/>
                        <a:pt x="174101" y="140965"/>
                      </a:cubicBezTo>
                      <a:close/>
                      <a:moveTo>
                        <a:pt x="0" y="0"/>
                      </a:moveTo>
                      <a:lnTo>
                        <a:pt x="127816" y="0"/>
                      </a:lnTo>
                      <a:lnTo>
                        <a:pt x="174101" y="0"/>
                      </a:lnTo>
                      <a:lnTo>
                        <a:pt x="447945" y="0"/>
                      </a:lnTo>
                      <a:lnTo>
                        <a:pt x="447945" y="1732"/>
                      </a:lnTo>
                      <a:cubicBezTo>
                        <a:pt x="634795" y="8775"/>
                        <a:pt x="679801" y="148746"/>
                        <a:pt x="683688" y="179066"/>
                      </a:cubicBezTo>
                      <a:cubicBezTo>
                        <a:pt x="689245" y="333848"/>
                        <a:pt x="620981" y="374328"/>
                        <a:pt x="559863" y="407666"/>
                      </a:cubicBezTo>
                      <a:cubicBezTo>
                        <a:pt x="663844" y="433066"/>
                        <a:pt x="727345" y="515617"/>
                        <a:pt x="728932" y="633885"/>
                      </a:cubicBezTo>
                      <a:cubicBezTo>
                        <a:pt x="720200" y="800572"/>
                        <a:pt x="594788" y="874392"/>
                        <a:pt x="433657" y="872010"/>
                      </a:cubicBezTo>
                      <a:cubicBezTo>
                        <a:pt x="433697" y="871216"/>
                        <a:pt x="433736" y="870422"/>
                        <a:pt x="433776" y="869628"/>
                      </a:cubicBezTo>
                      <a:lnTo>
                        <a:pt x="174101" y="869628"/>
                      </a:lnTo>
                      <a:lnTo>
                        <a:pt x="127816" y="869628"/>
                      </a:lnTo>
                      <a:lnTo>
                        <a:pt x="0" y="869628"/>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13" name="Group 138">
                <a:extLst>
                  <a:ext uri="{FF2B5EF4-FFF2-40B4-BE49-F238E27FC236}">
                    <a16:creationId xmlns:a16="http://schemas.microsoft.com/office/drawing/2014/main" id="{2643E987-90C2-4B94-B80F-EDC21B366997}"/>
                  </a:ext>
                </a:extLst>
              </p:cNvPr>
              <p:cNvGrpSpPr/>
              <p:nvPr/>
            </p:nvGrpSpPr>
            <p:grpSpPr>
              <a:xfrm>
                <a:off x="6690882" y="1037184"/>
                <a:ext cx="720080" cy="720080"/>
                <a:chOff x="6690882" y="1037184"/>
                <a:chExt cx="720080" cy="720080"/>
              </a:xfrm>
            </p:grpSpPr>
            <p:sp>
              <p:nvSpPr>
                <p:cNvPr id="16" name="Rectangle 141">
                  <a:extLst>
                    <a:ext uri="{FF2B5EF4-FFF2-40B4-BE49-F238E27FC236}">
                      <a16:creationId xmlns:a16="http://schemas.microsoft.com/office/drawing/2014/main" id="{FDD5E718-9613-4CA7-B815-A1504E9F381E}"/>
                    </a:ext>
                  </a:extLst>
                </p:cNvPr>
                <p:cNvSpPr/>
                <p:nvPr/>
              </p:nvSpPr>
              <p:spPr>
                <a:xfrm>
                  <a:off x="6690882" y="1037184"/>
                  <a:ext cx="720080" cy="72008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Block Arc 142">
                  <a:extLst>
                    <a:ext uri="{FF2B5EF4-FFF2-40B4-BE49-F238E27FC236}">
                      <a16:creationId xmlns:a16="http://schemas.microsoft.com/office/drawing/2014/main" id="{407CE817-14C3-44BE-AA08-4ADF87841D87}"/>
                    </a:ext>
                  </a:extLst>
                </p:cNvPr>
                <p:cNvSpPr>
                  <a:spLocks noChangeAspect="1"/>
                </p:cNvSpPr>
                <p:nvPr/>
              </p:nvSpPr>
              <p:spPr>
                <a:xfrm>
                  <a:off x="6842201" y="1156272"/>
                  <a:ext cx="417443" cy="481904"/>
                </a:xfrm>
                <a:prstGeom prst="blockArc">
                  <a:avLst>
                    <a:gd name="adj1" fmla="val 1756726"/>
                    <a:gd name="adj2" fmla="val 19889488"/>
                    <a:gd name="adj3" fmla="val 2277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14" name="Round Same Side Corner Rectangle 51">
                <a:extLst>
                  <a:ext uri="{FF2B5EF4-FFF2-40B4-BE49-F238E27FC236}">
                    <a16:creationId xmlns:a16="http://schemas.microsoft.com/office/drawing/2014/main" id="{E71512B9-2122-4E61-A068-EC571CE12AB2}"/>
                  </a:ext>
                </a:extLst>
              </p:cNvPr>
              <p:cNvSpPr/>
              <p:nvPr/>
            </p:nvSpPr>
            <p:spPr>
              <a:xfrm rot="5400000">
                <a:off x="6852922" y="1652530"/>
                <a:ext cx="396000" cy="2520000"/>
              </a:xfrm>
              <a:custGeom>
                <a:avLst/>
                <a:gdLst/>
                <a:ahLst/>
                <a:cxnLst/>
                <a:rect l="l" t="t" r="r" b="b"/>
                <a:pathLst>
                  <a:path w="468002" h="2500353">
                    <a:moveTo>
                      <a:pt x="0" y="2500353"/>
                    </a:moveTo>
                    <a:lnTo>
                      <a:pt x="0" y="234001"/>
                    </a:lnTo>
                    <a:cubicBezTo>
                      <a:pt x="0" y="104766"/>
                      <a:pt x="104766" y="0"/>
                      <a:pt x="234001" y="0"/>
                    </a:cubicBezTo>
                    <a:cubicBezTo>
                      <a:pt x="363236" y="0"/>
                      <a:pt x="468002" y="104766"/>
                      <a:pt x="468002" y="234001"/>
                    </a:cubicBezTo>
                    <a:cubicBezTo>
                      <a:pt x="468002" y="989452"/>
                      <a:pt x="468001" y="1744902"/>
                      <a:pt x="468001" y="2500353"/>
                    </a:cubicBezTo>
                    <a:lnTo>
                      <a:pt x="467594" y="2500353"/>
                    </a:lnTo>
                    <a:cubicBezTo>
                      <a:pt x="429063" y="2409421"/>
                      <a:pt x="338980" y="2345641"/>
                      <a:pt x="234000" y="2345641"/>
                    </a:cubicBezTo>
                    <a:cubicBezTo>
                      <a:pt x="129020" y="2345641"/>
                      <a:pt x="38938" y="2409421"/>
                      <a:pt x="406" y="2500353"/>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sp>
            <p:nvSpPr>
              <p:cNvPr id="15" name="Round Same Side Corner Rectangle 51">
                <a:extLst>
                  <a:ext uri="{FF2B5EF4-FFF2-40B4-BE49-F238E27FC236}">
                    <a16:creationId xmlns:a16="http://schemas.microsoft.com/office/drawing/2014/main" id="{5820E22C-02AD-453C-B5C8-EA9F3637AF00}"/>
                  </a:ext>
                </a:extLst>
              </p:cNvPr>
              <p:cNvSpPr/>
              <p:nvPr/>
            </p:nvSpPr>
            <p:spPr>
              <a:xfrm rot="16200000">
                <a:off x="6852922" y="2167123"/>
                <a:ext cx="396000" cy="2520000"/>
              </a:xfrm>
              <a:custGeom>
                <a:avLst/>
                <a:gdLst/>
                <a:ahLst/>
                <a:cxnLst/>
                <a:rect l="l" t="t" r="r" b="b"/>
                <a:pathLst>
                  <a:path w="468002" h="2500353">
                    <a:moveTo>
                      <a:pt x="0" y="2500353"/>
                    </a:moveTo>
                    <a:lnTo>
                      <a:pt x="0" y="234001"/>
                    </a:lnTo>
                    <a:cubicBezTo>
                      <a:pt x="0" y="104766"/>
                      <a:pt x="104766" y="0"/>
                      <a:pt x="234001" y="0"/>
                    </a:cubicBezTo>
                    <a:cubicBezTo>
                      <a:pt x="363236" y="0"/>
                      <a:pt x="468002" y="104766"/>
                      <a:pt x="468002" y="234001"/>
                    </a:cubicBezTo>
                    <a:cubicBezTo>
                      <a:pt x="468002" y="989452"/>
                      <a:pt x="468001" y="1744902"/>
                      <a:pt x="468001" y="2500353"/>
                    </a:cubicBezTo>
                    <a:lnTo>
                      <a:pt x="467594" y="2500353"/>
                    </a:lnTo>
                    <a:cubicBezTo>
                      <a:pt x="429063" y="2409421"/>
                      <a:pt x="338980" y="2345641"/>
                      <a:pt x="234000" y="2345641"/>
                    </a:cubicBezTo>
                    <a:cubicBezTo>
                      <a:pt x="129020" y="2345641"/>
                      <a:pt x="38938" y="2409421"/>
                      <a:pt x="406" y="2500353"/>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grpSp>
      </p:grpSp>
      <p:sp>
        <p:nvSpPr>
          <p:cNvPr id="8" name="Title 1"/>
          <p:cNvSpPr>
            <a:spLocks noGrp="1"/>
          </p:cNvSpPr>
          <p:nvPr>
            <p:ph type="title" hasCustomPrompt="1"/>
          </p:nvPr>
        </p:nvSpPr>
        <p:spPr>
          <a:xfrm>
            <a:off x="0" y="25735"/>
            <a:ext cx="9144000" cy="776530"/>
          </a:xfrm>
          <a:prstGeom prst="rect">
            <a:avLst/>
          </a:prstGeom>
        </p:spPr>
        <p:txBody>
          <a:bodyPr anchor="ctr"/>
          <a:lstStyle>
            <a:lvl1pPr algn="ctr">
              <a:defRPr sz="3600" b="1" baseline="0">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spTree>
    <p:extLst>
      <p:ext uri="{BB962C8B-B14F-4D97-AF65-F5344CB8AC3E}">
        <p14:creationId xmlns:p14="http://schemas.microsoft.com/office/powerpoint/2010/main" val="2541998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Rectangle 2"/>
          <p:cNvSpPr/>
          <p:nvPr userDrawn="1"/>
        </p:nvSpPr>
        <p:spPr>
          <a:xfrm>
            <a:off x="1547664" y="0"/>
            <a:ext cx="7596336" cy="5143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5" name="Group 131">
            <a:extLst>
              <a:ext uri="{FF2B5EF4-FFF2-40B4-BE49-F238E27FC236}">
                <a16:creationId xmlns:a16="http://schemas.microsoft.com/office/drawing/2014/main" id="{026D4B59-5D59-4CEC-AB20-DB24D608CE1F}"/>
              </a:ext>
            </a:extLst>
          </p:cNvPr>
          <p:cNvGrpSpPr/>
          <p:nvPr userDrawn="1"/>
        </p:nvGrpSpPr>
        <p:grpSpPr>
          <a:xfrm>
            <a:off x="126464" y="3578903"/>
            <a:ext cx="1296144" cy="1368244"/>
            <a:chOff x="787805" y="339502"/>
            <a:chExt cx="4175262" cy="4407517"/>
          </a:xfrm>
        </p:grpSpPr>
        <p:sp>
          <p:nvSpPr>
            <p:cNvPr id="6" name="Oval 132">
              <a:extLst>
                <a:ext uri="{FF2B5EF4-FFF2-40B4-BE49-F238E27FC236}">
                  <a16:creationId xmlns:a16="http://schemas.microsoft.com/office/drawing/2014/main" id="{9F7729A7-5A12-4764-9BB8-3EE3D0790F11}"/>
                </a:ext>
              </a:extLst>
            </p:cNvPr>
            <p:cNvSpPr/>
            <p:nvPr/>
          </p:nvSpPr>
          <p:spPr>
            <a:xfrm>
              <a:off x="787805" y="339502"/>
              <a:ext cx="4175262" cy="417526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grpSp>
          <p:nvGrpSpPr>
            <p:cNvPr id="7" name="Group 133">
              <a:extLst>
                <a:ext uri="{FF2B5EF4-FFF2-40B4-BE49-F238E27FC236}">
                  <a16:creationId xmlns:a16="http://schemas.microsoft.com/office/drawing/2014/main" id="{433664DB-FA73-4B57-9543-AEF7A1FB2D58}"/>
                </a:ext>
              </a:extLst>
            </p:cNvPr>
            <p:cNvGrpSpPr/>
            <p:nvPr/>
          </p:nvGrpSpPr>
          <p:grpSpPr>
            <a:xfrm>
              <a:off x="1129436" y="1046675"/>
              <a:ext cx="3492000" cy="3700344"/>
              <a:chOff x="5304922" y="1037184"/>
              <a:chExt cx="3492000" cy="3700344"/>
            </a:xfrm>
          </p:grpSpPr>
          <p:grpSp>
            <p:nvGrpSpPr>
              <p:cNvPr id="8" name="Group 134">
                <a:extLst>
                  <a:ext uri="{FF2B5EF4-FFF2-40B4-BE49-F238E27FC236}">
                    <a16:creationId xmlns:a16="http://schemas.microsoft.com/office/drawing/2014/main" id="{97F3B45F-4060-46EF-8565-299D039E474D}"/>
                  </a:ext>
                </a:extLst>
              </p:cNvPr>
              <p:cNvGrpSpPr/>
              <p:nvPr/>
            </p:nvGrpSpPr>
            <p:grpSpPr>
              <a:xfrm>
                <a:off x="5304922" y="3743716"/>
                <a:ext cx="3492000" cy="437610"/>
                <a:chOff x="1709238" y="4209096"/>
                <a:chExt cx="3492000" cy="437610"/>
              </a:xfrm>
            </p:grpSpPr>
            <p:sp>
              <p:nvSpPr>
                <p:cNvPr id="34" name="Rectangle 160">
                  <a:extLst>
                    <a:ext uri="{FF2B5EF4-FFF2-40B4-BE49-F238E27FC236}">
                      <a16:creationId xmlns:a16="http://schemas.microsoft.com/office/drawing/2014/main" id="{1F3EFD6B-061F-4478-8FAA-0C72A246F3CF}"/>
                    </a:ext>
                  </a:extLst>
                </p:cNvPr>
                <p:cNvSpPr/>
                <p:nvPr/>
              </p:nvSpPr>
              <p:spPr>
                <a:xfrm>
                  <a:off x="1709238" y="4214706"/>
                  <a:ext cx="3492000" cy="432000"/>
                </a:xfrm>
                <a:prstGeom prst="rec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5" name="Group 161">
                  <a:extLst>
                    <a:ext uri="{FF2B5EF4-FFF2-40B4-BE49-F238E27FC236}">
                      <a16:creationId xmlns:a16="http://schemas.microsoft.com/office/drawing/2014/main" id="{9201AC6B-6F3A-4E54-9E1E-68F94FD39972}"/>
                    </a:ext>
                  </a:extLst>
                </p:cNvPr>
                <p:cNvGrpSpPr/>
                <p:nvPr/>
              </p:nvGrpSpPr>
              <p:grpSpPr>
                <a:xfrm>
                  <a:off x="2078720" y="4209096"/>
                  <a:ext cx="469833" cy="432000"/>
                  <a:chOff x="2078720" y="4209096"/>
                  <a:chExt cx="469833" cy="432000"/>
                </a:xfrm>
              </p:grpSpPr>
              <p:sp>
                <p:nvSpPr>
                  <p:cNvPr id="43" name="Rectangle 169">
                    <a:extLst>
                      <a:ext uri="{FF2B5EF4-FFF2-40B4-BE49-F238E27FC236}">
                        <a16:creationId xmlns:a16="http://schemas.microsoft.com/office/drawing/2014/main" id="{833D3C5A-E612-4CE7-98A0-3793884D93B0}"/>
                      </a:ext>
                    </a:extLst>
                  </p:cNvPr>
                  <p:cNvSpPr/>
                  <p:nvPr/>
                </p:nvSpPr>
                <p:spPr>
                  <a:xfrm>
                    <a:off x="2078720"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4" name="Rectangle 170">
                    <a:extLst>
                      <a:ext uri="{FF2B5EF4-FFF2-40B4-BE49-F238E27FC236}">
                        <a16:creationId xmlns:a16="http://schemas.microsoft.com/office/drawing/2014/main" id="{9A2C5636-A3D2-4B1B-A346-15F3468CD198}"/>
                      </a:ext>
                    </a:extLst>
                  </p:cNvPr>
                  <p:cNvSpPr/>
                  <p:nvPr/>
                </p:nvSpPr>
                <p:spPr>
                  <a:xfrm>
                    <a:off x="2217331"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5" name="Rectangle 171">
                    <a:extLst>
                      <a:ext uri="{FF2B5EF4-FFF2-40B4-BE49-F238E27FC236}">
                        <a16:creationId xmlns:a16="http://schemas.microsoft.com/office/drawing/2014/main" id="{10650D19-D871-43A5-90C4-25301C5C346E}"/>
                      </a:ext>
                    </a:extLst>
                  </p:cNvPr>
                  <p:cNvSpPr/>
                  <p:nvPr/>
                </p:nvSpPr>
                <p:spPr>
                  <a:xfrm>
                    <a:off x="2355942"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6" name="Rectangle 172">
                    <a:extLst>
                      <a:ext uri="{FF2B5EF4-FFF2-40B4-BE49-F238E27FC236}">
                        <a16:creationId xmlns:a16="http://schemas.microsoft.com/office/drawing/2014/main" id="{F9A18B9A-6392-4D5F-A47E-B329BB9A6661}"/>
                      </a:ext>
                    </a:extLst>
                  </p:cNvPr>
                  <p:cNvSpPr/>
                  <p:nvPr/>
                </p:nvSpPr>
                <p:spPr>
                  <a:xfrm>
                    <a:off x="2494553"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36" name="Group 162">
                  <a:extLst>
                    <a:ext uri="{FF2B5EF4-FFF2-40B4-BE49-F238E27FC236}">
                      <a16:creationId xmlns:a16="http://schemas.microsoft.com/office/drawing/2014/main" id="{B82B438A-726D-45F9-A5DA-D08AD6C624E0}"/>
                    </a:ext>
                  </a:extLst>
                </p:cNvPr>
                <p:cNvGrpSpPr/>
                <p:nvPr/>
              </p:nvGrpSpPr>
              <p:grpSpPr>
                <a:xfrm>
                  <a:off x="4098293" y="4384000"/>
                  <a:ext cx="900965" cy="82800"/>
                  <a:chOff x="4098293" y="4384000"/>
                  <a:chExt cx="900965" cy="82800"/>
                </a:xfrm>
              </p:grpSpPr>
              <p:sp>
                <p:nvSpPr>
                  <p:cNvPr id="37" name="Rectangle 163">
                    <a:extLst>
                      <a:ext uri="{FF2B5EF4-FFF2-40B4-BE49-F238E27FC236}">
                        <a16:creationId xmlns:a16="http://schemas.microsoft.com/office/drawing/2014/main" id="{93FAEF1B-8C71-4F77-86F3-9082D16C6C3D}"/>
                      </a:ext>
                    </a:extLst>
                  </p:cNvPr>
                  <p:cNvSpPr/>
                  <p:nvPr/>
                </p:nvSpPr>
                <p:spPr>
                  <a:xfrm>
                    <a:off x="4098293"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8" name="Rectangle 164">
                    <a:extLst>
                      <a:ext uri="{FF2B5EF4-FFF2-40B4-BE49-F238E27FC236}">
                        <a16:creationId xmlns:a16="http://schemas.microsoft.com/office/drawing/2014/main" id="{575D7FA0-9FAE-4CE8-95D1-B88B0F922D42}"/>
                      </a:ext>
                    </a:extLst>
                  </p:cNvPr>
                  <p:cNvSpPr/>
                  <p:nvPr/>
                </p:nvSpPr>
                <p:spPr>
                  <a:xfrm>
                    <a:off x="4260486"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9" name="Rectangle 165">
                    <a:extLst>
                      <a:ext uri="{FF2B5EF4-FFF2-40B4-BE49-F238E27FC236}">
                        <a16:creationId xmlns:a16="http://schemas.microsoft.com/office/drawing/2014/main" id="{772FC9E5-A5A5-4EE0-A2EC-C53B2C15E423}"/>
                      </a:ext>
                    </a:extLst>
                  </p:cNvPr>
                  <p:cNvSpPr/>
                  <p:nvPr/>
                </p:nvSpPr>
                <p:spPr>
                  <a:xfrm>
                    <a:off x="4422679"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0" name="Rectangle 166">
                    <a:extLst>
                      <a:ext uri="{FF2B5EF4-FFF2-40B4-BE49-F238E27FC236}">
                        <a16:creationId xmlns:a16="http://schemas.microsoft.com/office/drawing/2014/main" id="{FFA7EB86-1716-4A64-88E6-CE6743D43754}"/>
                      </a:ext>
                    </a:extLst>
                  </p:cNvPr>
                  <p:cNvSpPr/>
                  <p:nvPr/>
                </p:nvSpPr>
                <p:spPr>
                  <a:xfrm>
                    <a:off x="4584872"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1" name="Rectangle 167">
                    <a:extLst>
                      <a:ext uri="{FF2B5EF4-FFF2-40B4-BE49-F238E27FC236}">
                        <a16:creationId xmlns:a16="http://schemas.microsoft.com/office/drawing/2014/main" id="{FECA3F1E-ACC8-4DE5-8D4E-D5932BC26574}"/>
                      </a:ext>
                    </a:extLst>
                  </p:cNvPr>
                  <p:cNvSpPr/>
                  <p:nvPr/>
                </p:nvSpPr>
                <p:spPr>
                  <a:xfrm>
                    <a:off x="4747065"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2" name="Rectangle 168">
                    <a:extLst>
                      <a:ext uri="{FF2B5EF4-FFF2-40B4-BE49-F238E27FC236}">
                        <a16:creationId xmlns:a16="http://schemas.microsoft.com/office/drawing/2014/main" id="{9D0A8CA7-A706-42EE-AC1E-84D321F5BAEC}"/>
                      </a:ext>
                    </a:extLst>
                  </p:cNvPr>
                  <p:cNvSpPr/>
                  <p:nvPr/>
                </p:nvSpPr>
                <p:spPr>
                  <a:xfrm>
                    <a:off x="4909258"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grpSp>
            <p:nvGrpSpPr>
              <p:cNvPr id="9" name="Group 135">
                <a:extLst>
                  <a:ext uri="{FF2B5EF4-FFF2-40B4-BE49-F238E27FC236}">
                    <a16:creationId xmlns:a16="http://schemas.microsoft.com/office/drawing/2014/main" id="{4CA94E39-AEF3-4A20-8A94-91CC08786D31}"/>
                  </a:ext>
                </a:extLst>
              </p:cNvPr>
              <p:cNvGrpSpPr/>
              <p:nvPr/>
            </p:nvGrpSpPr>
            <p:grpSpPr>
              <a:xfrm flipH="1">
                <a:off x="5304922" y="4299918"/>
                <a:ext cx="3492000" cy="437610"/>
                <a:chOff x="1709238" y="4209096"/>
                <a:chExt cx="3492000" cy="437610"/>
              </a:xfrm>
            </p:grpSpPr>
            <p:sp>
              <p:nvSpPr>
                <p:cNvPr id="21" name="Rectangle 147">
                  <a:extLst>
                    <a:ext uri="{FF2B5EF4-FFF2-40B4-BE49-F238E27FC236}">
                      <a16:creationId xmlns:a16="http://schemas.microsoft.com/office/drawing/2014/main" id="{D486681D-1708-4D81-88E1-DE1E1E00AAE5}"/>
                    </a:ext>
                  </a:extLst>
                </p:cNvPr>
                <p:cNvSpPr/>
                <p:nvPr/>
              </p:nvSpPr>
              <p:spPr>
                <a:xfrm>
                  <a:off x="1709238" y="4214706"/>
                  <a:ext cx="3492000" cy="432000"/>
                </a:xfrm>
                <a:prstGeom prst="rect">
                  <a:avLst/>
                </a:prstGeom>
                <a:solidFill>
                  <a:schemeClr val="accent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2" name="Group 148">
                  <a:extLst>
                    <a:ext uri="{FF2B5EF4-FFF2-40B4-BE49-F238E27FC236}">
                      <a16:creationId xmlns:a16="http://schemas.microsoft.com/office/drawing/2014/main" id="{7BC095C6-386F-49C6-BAE7-483275E5E81F}"/>
                    </a:ext>
                  </a:extLst>
                </p:cNvPr>
                <p:cNvGrpSpPr/>
                <p:nvPr/>
              </p:nvGrpSpPr>
              <p:grpSpPr>
                <a:xfrm>
                  <a:off x="2078720" y="4209096"/>
                  <a:ext cx="469833" cy="432000"/>
                  <a:chOff x="2078720" y="4209096"/>
                  <a:chExt cx="469833" cy="432000"/>
                </a:xfrm>
              </p:grpSpPr>
              <p:sp>
                <p:nvSpPr>
                  <p:cNvPr id="30" name="Rectangle 156">
                    <a:extLst>
                      <a:ext uri="{FF2B5EF4-FFF2-40B4-BE49-F238E27FC236}">
                        <a16:creationId xmlns:a16="http://schemas.microsoft.com/office/drawing/2014/main" id="{C4213B71-6426-41F6-960A-FAB5D7A110E2}"/>
                      </a:ext>
                    </a:extLst>
                  </p:cNvPr>
                  <p:cNvSpPr/>
                  <p:nvPr/>
                </p:nvSpPr>
                <p:spPr>
                  <a:xfrm>
                    <a:off x="2078720"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1" name="Rectangle 157">
                    <a:extLst>
                      <a:ext uri="{FF2B5EF4-FFF2-40B4-BE49-F238E27FC236}">
                        <a16:creationId xmlns:a16="http://schemas.microsoft.com/office/drawing/2014/main" id="{290590F8-9BC5-4917-995D-5DD4F9844418}"/>
                      </a:ext>
                    </a:extLst>
                  </p:cNvPr>
                  <p:cNvSpPr/>
                  <p:nvPr/>
                </p:nvSpPr>
                <p:spPr>
                  <a:xfrm>
                    <a:off x="2217331"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2" name="Rectangle 158">
                    <a:extLst>
                      <a:ext uri="{FF2B5EF4-FFF2-40B4-BE49-F238E27FC236}">
                        <a16:creationId xmlns:a16="http://schemas.microsoft.com/office/drawing/2014/main" id="{F23A0549-22CA-46CC-A244-1EB4EF54BFF9}"/>
                      </a:ext>
                    </a:extLst>
                  </p:cNvPr>
                  <p:cNvSpPr/>
                  <p:nvPr/>
                </p:nvSpPr>
                <p:spPr>
                  <a:xfrm>
                    <a:off x="2355942"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3" name="Rectangle 159">
                    <a:extLst>
                      <a:ext uri="{FF2B5EF4-FFF2-40B4-BE49-F238E27FC236}">
                        <a16:creationId xmlns:a16="http://schemas.microsoft.com/office/drawing/2014/main" id="{19D2D0F4-4D3E-43B5-9CEA-45CD50CF22DA}"/>
                      </a:ext>
                    </a:extLst>
                  </p:cNvPr>
                  <p:cNvSpPr/>
                  <p:nvPr/>
                </p:nvSpPr>
                <p:spPr>
                  <a:xfrm>
                    <a:off x="2494553"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23" name="Group 149">
                  <a:extLst>
                    <a:ext uri="{FF2B5EF4-FFF2-40B4-BE49-F238E27FC236}">
                      <a16:creationId xmlns:a16="http://schemas.microsoft.com/office/drawing/2014/main" id="{08BB2FF0-577E-47ED-A538-E7DB3C74C043}"/>
                    </a:ext>
                  </a:extLst>
                </p:cNvPr>
                <p:cNvGrpSpPr/>
                <p:nvPr/>
              </p:nvGrpSpPr>
              <p:grpSpPr>
                <a:xfrm>
                  <a:off x="4098293" y="4384000"/>
                  <a:ext cx="900965" cy="82800"/>
                  <a:chOff x="4098293" y="4384000"/>
                  <a:chExt cx="900965" cy="82800"/>
                </a:xfrm>
              </p:grpSpPr>
              <p:sp>
                <p:nvSpPr>
                  <p:cNvPr id="24" name="Rectangle 150">
                    <a:extLst>
                      <a:ext uri="{FF2B5EF4-FFF2-40B4-BE49-F238E27FC236}">
                        <a16:creationId xmlns:a16="http://schemas.microsoft.com/office/drawing/2014/main" id="{6BB79A00-C28C-4862-81FB-93BE47F3127E}"/>
                      </a:ext>
                    </a:extLst>
                  </p:cNvPr>
                  <p:cNvSpPr/>
                  <p:nvPr/>
                </p:nvSpPr>
                <p:spPr>
                  <a:xfrm>
                    <a:off x="4098293"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5" name="Rectangle 151">
                    <a:extLst>
                      <a:ext uri="{FF2B5EF4-FFF2-40B4-BE49-F238E27FC236}">
                        <a16:creationId xmlns:a16="http://schemas.microsoft.com/office/drawing/2014/main" id="{16A3FBF7-CA47-44AA-802A-677D16725DD1}"/>
                      </a:ext>
                    </a:extLst>
                  </p:cNvPr>
                  <p:cNvSpPr/>
                  <p:nvPr/>
                </p:nvSpPr>
                <p:spPr>
                  <a:xfrm>
                    <a:off x="4260486"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6" name="Rectangle 152">
                    <a:extLst>
                      <a:ext uri="{FF2B5EF4-FFF2-40B4-BE49-F238E27FC236}">
                        <a16:creationId xmlns:a16="http://schemas.microsoft.com/office/drawing/2014/main" id="{281C5339-EEF9-484A-8D2E-A4CE48AE1051}"/>
                      </a:ext>
                    </a:extLst>
                  </p:cNvPr>
                  <p:cNvSpPr/>
                  <p:nvPr/>
                </p:nvSpPr>
                <p:spPr>
                  <a:xfrm>
                    <a:off x="4422679"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7" name="Rectangle 153">
                    <a:extLst>
                      <a:ext uri="{FF2B5EF4-FFF2-40B4-BE49-F238E27FC236}">
                        <a16:creationId xmlns:a16="http://schemas.microsoft.com/office/drawing/2014/main" id="{78ADE070-9797-442E-819F-37D83BA2F61C}"/>
                      </a:ext>
                    </a:extLst>
                  </p:cNvPr>
                  <p:cNvSpPr/>
                  <p:nvPr/>
                </p:nvSpPr>
                <p:spPr>
                  <a:xfrm>
                    <a:off x="4584872"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8" name="Rectangle 154">
                    <a:extLst>
                      <a:ext uri="{FF2B5EF4-FFF2-40B4-BE49-F238E27FC236}">
                        <a16:creationId xmlns:a16="http://schemas.microsoft.com/office/drawing/2014/main" id="{24A7692E-658A-4C08-8795-A125BCECD815}"/>
                      </a:ext>
                    </a:extLst>
                  </p:cNvPr>
                  <p:cNvSpPr/>
                  <p:nvPr/>
                </p:nvSpPr>
                <p:spPr>
                  <a:xfrm>
                    <a:off x="4747065"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9" name="Rectangle 155">
                    <a:extLst>
                      <a:ext uri="{FF2B5EF4-FFF2-40B4-BE49-F238E27FC236}">
                        <a16:creationId xmlns:a16="http://schemas.microsoft.com/office/drawing/2014/main" id="{612972B9-DFB7-417F-B00D-5CDAF3001CCD}"/>
                      </a:ext>
                    </a:extLst>
                  </p:cNvPr>
                  <p:cNvSpPr/>
                  <p:nvPr/>
                </p:nvSpPr>
                <p:spPr>
                  <a:xfrm>
                    <a:off x="4909258"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grpSp>
            <p:nvGrpSpPr>
              <p:cNvPr id="10" name="Group 136">
                <a:extLst>
                  <a:ext uri="{FF2B5EF4-FFF2-40B4-BE49-F238E27FC236}">
                    <a16:creationId xmlns:a16="http://schemas.microsoft.com/office/drawing/2014/main" id="{7485DFD6-58CF-4512-8067-927FAE4C5DDE}"/>
                  </a:ext>
                </a:extLst>
              </p:cNvPr>
              <p:cNvGrpSpPr/>
              <p:nvPr/>
            </p:nvGrpSpPr>
            <p:grpSpPr>
              <a:xfrm>
                <a:off x="6272654" y="1875857"/>
                <a:ext cx="720080" cy="720080"/>
                <a:chOff x="6272654" y="1875857"/>
                <a:chExt cx="720080" cy="720080"/>
              </a:xfrm>
            </p:grpSpPr>
            <p:sp>
              <p:nvSpPr>
                <p:cNvPr id="19" name="Rectangle 145">
                  <a:extLst>
                    <a:ext uri="{FF2B5EF4-FFF2-40B4-BE49-F238E27FC236}">
                      <a16:creationId xmlns:a16="http://schemas.microsoft.com/office/drawing/2014/main" id="{91038BDC-7073-448E-944E-B72B46281DC4}"/>
                    </a:ext>
                  </a:extLst>
                </p:cNvPr>
                <p:cNvSpPr/>
                <p:nvPr/>
              </p:nvSpPr>
              <p:spPr>
                <a:xfrm>
                  <a:off x="6272654" y="1875857"/>
                  <a:ext cx="720080" cy="720080"/>
                </a:xfrm>
                <a:prstGeom prst="rec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Parallelogram 5">
                  <a:extLst>
                    <a:ext uri="{FF2B5EF4-FFF2-40B4-BE49-F238E27FC236}">
                      <a16:creationId xmlns:a16="http://schemas.microsoft.com/office/drawing/2014/main" id="{A6961570-6929-4975-BC4A-FA651AB980DB}"/>
                    </a:ext>
                  </a:extLst>
                </p:cNvPr>
                <p:cNvSpPr>
                  <a:spLocks/>
                </p:cNvSpPr>
                <p:nvPr/>
              </p:nvSpPr>
              <p:spPr>
                <a:xfrm>
                  <a:off x="6391715" y="1978487"/>
                  <a:ext cx="481958" cy="481904"/>
                </a:xfrm>
                <a:custGeom>
                  <a:avLst/>
                  <a:gdLst/>
                  <a:ahLst/>
                  <a:cxnLst/>
                  <a:rect l="l" t="t" r="r" b="b"/>
                  <a:pathLst>
                    <a:path w="848270" h="868857">
                      <a:moveTo>
                        <a:pt x="424135" y="189887"/>
                      </a:moveTo>
                      <a:lnTo>
                        <a:pt x="297766" y="526729"/>
                      </a:lnTo>
                      <a:lnTo>
                        <a:pt x="550505" y="526729"/>
                      </a:lnTo>
                      <a:close/>
                      <a:moveTo>
                        <a:pt x="325960" y="0"/>
                      </a:moveTo>
                      <a:lnTo>
                        <a:pt x="352897" y="0"/>
                      </a:lnTo>
                      <a:lnTo>
                        <a:pt x="495373" y="0"/>
                      </a:lnTo>
                      <a:lnTo>
                        <a:pt x="522310" y="0"/>
                      </a:lnTo>
                      <a:lnTo>
                        <a:pt x="848270" y="868857"/>
                      </a:lnTo>
                      <a:lnTo>
                        <a:pt x="678857" y="868857"/>
                      </a:lnTo>
                      <a:lnTo>
                        <a:pt x="604960" y="671883"/>
                      </a:lnTo>
                      <a:lnTo>
                        <a:pt x="243310" y="671883"/>
                      </a:lnTo>
                      <a:lnTo>
                        <a:pt x="169413" y="868857"/>
                      </a:lnTo>
                      <a:lnTo>
                        <a:pt x="0" y="86885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11" name="Group 137">
                <a:extLst>
                  <a:ext uri="{FF2B5EF4-FFF2-40B4-BE49-F238E27FC236}">
                    <a16:creationId xmlns:a16="http://schemas.microsoft.com/office/drawing/2014/main" id="{4CCEE2BA-50A7-4888-A2FF-2784794A86D8}"/>
                  </a:ext>
                </a:extLst>
              </p:cNvPr>
              <p:cNvGrpSpPr/>
              <p:nvPr/>
            </p:nvGrpSpPr>
            <p:grpSpPr>
              <a:xfrm>
                <a:off x="7109110" y="1875857"/>
                <a:ext cx="720080" cy="720080"/>
                <a:chOff x="7109110" y="1875857"/>
                <a:chExt cx="720080" cy="720080"/>
              </a:xfrm>
            </p:grpSpPr>
            <p:sp>
              <p:nvSpPr>
                <p:cNvPr id="17" name="Rectangle 143">
                  <a:extLst>
                    <a:ext uri="{FF2B5EF4-FFF2-40B4-BE49-F238E27FC236}">
                      <a16:creationId xmlns:a16="http://schemas.microsoft.com/office/drawing/2014/main" id="{A477BE60-4D49-4578-91AC-372D905E0370}"/>
                    </a:ext>
                  </a:extLst>
                </p:cNvPr>
                <p:cNvSpPr/>
                <p:nvPr/>
              </p:nvSpPr>
              <p:spPr>
                <a:xfrm>
                  <a:off x="7109110" y="1875857"/>
                  <a:ext cx="720080" cy="720080"/>
                </a:xfrm>
                <a:prstGeom prst="rect">
                  <a:avLst/>
                </a:prstGeom>
                <a:solidFill>
                  <a:schemeClr val="accent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Rectangle 9">
                  <a:extLst>
                    <a:ext uri="{FF2B5EF4-FFF2-40B4-BE49-F238E27FC236}">
                      <a16:creationId xmlns:a16="http://schemas.microsoft.com/office/drawing/2014/main" id="{95059FCC-4CD5-4EAA-A511-2EA47B1D5EBF}"/>
                    </a:ext>
                  </a:extLst>
                </p:cNvPr>
                <p:cNvSpPr>
                  <a:spLocks noChangeAspect="1"/>
                </p:cNvSpPr>
                <p:nvPr/>
              </p:nvSpPr>
              <p:spPr>
                <a:xfrm>
                  <a:off x="7267746" y="1994945"/>
                  <a:ext cx="402809" cy="481904"/>
                </a:xfrm>
                <a:custGeom>
                  <a:avLst/>
                  <a:gdLst>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174101 w 728932"/>
                    <a:gd name="connsiteY5" fmla="*/ 488630 h 872065"/>
                    <a:gd name="connsiteX6" fmla="*/ 174101 w 728932"/>
                    <a:gd name="connsiteY6" fmla="*/ 140965 h 872065"/>
                    <a:gd name="connsiteX7" fmla="*/ 174101 w 728932"/>
                    <a:gd name="connsiteY7" fmla="*/ 347665 h 872065"/>
                    <a:gd name="connsiteX8" fmla="*/ 431276 w 728932"/>
                    <a:gd name="connsiteY8" fmla="*/ 347665 h 872065"/>
                    <a:gd name="connsiteX9" fmla="*/ 431276 w 728932"/>
                    <a:gd name="connsiteY9" fmla="*/ 345754 h 872065"/>
                    <a:gd name="connsiteX10" fmla="*/ 517000 w 728932"/>
                    <a:gd name="connsiteY10" fmla="*/ 243359 h 872065"/>
                    <a:gd name="connsiteX11" fmla="*/ 433656 w 728932"/>
                    <a:gd name="connsiteY11" fmla="*/ 148109 h 872065"/>
                    <a:gd name="connsiteX12" fmla="*/ 174101 w 728932"/>
                    <a:gd name="connsiteY12" fmla="*/ 140965 h 872065"/>
                    <a:gd name="connsiteX13" fmla="*/ 0 w 728932"/>
                    <a:gd name="connsiteY13" fmla="*/ 0 h 872065"/>
                    <a:gd name="connsiteX14" fmla="*/ 127816 w 728932"/>
                    <a:gd name="connsiteY14" fmla="*/ 0 h 872065"/>
                    <a:gd name="connsiteX15" fmla="*/ 174101 w 728932"/>
                    <a:gd name="connsiteY15" fmla="*/ 0 h 872065"/>
                    <a:gd name="connsiteX16" fmla="*/ 447945 w 728932"/>
                    <a:gd name="connsiteY16" fmla="*/ 0 h 872065"/>
                    <a:gd name="connsiteX17" fmla="*/ 447945 w 728932"/>
                    <a:gd name="connsiteY17" fmla="*/ 1732 h 872065"/>
                    <a:gd name="connsiteX18" fmla="*/ 683688 w 728932"/>
                    <a:gd name="connsiteY18" fmla="*/ 179066 h 872065"/>
                    <a:gd name="connsiteX19" fmla="*/ 559863 w 728932"/>
                    <a:gd name="connsiteY19" fmla="*/ 407666 h 872065"/>
                    <a:gd name="connsiteX20" fmla="*/ 728932 w 728932"/>
                    <a:gd name="connsiteY20" fmla="*/ 633885 h 872065"/>
                    <a:gd name="connsiteX21" fmla="*/ 433657 w 728932"/>
                    <a:gd name="connsiteY21" fmla="*/ 872010 h 872065"/>
                    <a:gd name="connsiteX22" fmla="*/ 433776 w 728932"/>
                    <a:gd name="connsiteY22" fmla="*/ 869628 h 872065"/>
                    <a:gd name="connsiteX23" fmla="*/ 174101 w 728932"/>
                    <a:gd name="connsiteY23" fmla="*/ 869628 h 872065"/>
                    <a:gd name="connsiteX24" fmla="*/ 127816 w 728932"/>
                    <a:gd name="connsiteY24" fmla="*/ 869628 h 872065"/>
                    <a:gd name="connsiteX25" fmla="*/ 0 w 728932"/>
                    <a:gd name="connsiteY25" fmla="*/ 869628 h 872065"/>
                    <a:gd name="connsiteX26" fmla="*/ 0 w 728932"/>
                    <a:gd name="connsiteY26" fmla="*/ 0 h 872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932" h="872065">
                      <a:moveTo>
                        <a:pt x="174101" y="488630"/>
                      </a:moveTo>
                      <a:lnTo>
                        <a:pt x="174101" y="728663"/>
                      </a:lnTo>
                      <a:lnTo>
                        <a:pt x="442406" y="728663"/>
                      </a:lnTo>
                      <a:cubicBezTo>
                        <a:pt x="511257" y="715167"/>
                        <a:pt x="549532" y="684907"/>
                        <a:pt x="547956" y="612454"/>
                      </a:cubicBezTo>
                      <a:cubicBezTo>
                        <a:pt x="543194" y="552923"/>
                        <a:pt x="538432" y="510060"/>
                        <a:pt x="431276" y="493391"/>
                      </a:cubicBezTo>
                      <a:lnTo>
                        <a:pt x="174101" y="488630"/>
                      </a:lnTo>
                      <a:close/>
                      <a:moveTo>
                        <a:pt x="174101" y="140965"/>
                      </a:moveTo>
                      <a:lnTo>
                        <a:pt x="174101" y="347665"/>
                      </a:lnTo>
                      <a:lnTo>
                        <a:pt x="431276" y="347665"/>
                      </a:lnTo>
                      <a:lnTo>
                        <a:pt x="431276" y="345754"/>
                      </a:lnTo>
                      <a:cubicBezTo>
                        <a:pt x="474139" y="322735"/>
                        <a:pt x="514619" y="311622"/>
                        <a:pt x="517000" y="243359"/>
                      </a:cubicBezTo>
                      <a:cubicBezTo>
                        <a:pt x="517000" y="202878"/>
                        <a:pt x="502713" y="157634"/>
                        <a:pt x="433656" y="148109"/>
                      </a:cubicBezTo>
                      <a:cubicBezTo>
                        <a:pt x="366981" y="140568"/>
                        <a:pt x="274510" y="141043"/>
                        <a:pt x="174101" y="140965"/>
                      </a:cubicBezTo>
                      <a:close/>
                      <a:moveTo>
                        <a:pt x="0" y="0"/>
                      </a:moveTo>
                      <a:lnTo>
                        <a:pt x="127816" y="0"/>
                      </a:lnTo>
                      <a:lnTo>
                        <a:pt x="174101" y="0"/>
                      </a:lnTo>
                      <a:lnTo>
                        <a:pt x="447945" y="0"/>
                      </a:lnTo>
                      <a:lnTo>
                        <a:pt x="447945" y="1732"/>
                      </a:lnTo>
                      <a:cubicBezTo>
                        <a:pt x="634795" y="8775"/>
                        <a:pt x="679801" y="148746"/>
                        <a:pt x="683688" y="179066"/>
                      </a:cubicBezTo>
                      <a:cubicBezTo>
                        <a:pt x="689245" y="333848"/>
                        <a:pt x="620981" y="374328"/>
                        <a:pt x="559863" y="407666"/>
                      </a:cubicBezTo>
                      <a:cubicBezTo>
                        <a:pt x="663844" y="433066"/>
                        <a:pt x="727345" y="515617"/>
                        <a:pt x="728932" y="633885"/>
                      </a:cubicBezTo>
                      <a:cubicBezTo>
                        <a:pt x="720200" y="800572"/>
                        <a:pt x="594788" y="874392"/>
                        <a:pt x="433657" y="872010"/>
                      </a:cubicBezTo>
                      <a:cubicBezTo>
                        <a:pt x="433697" y="871216"/>
                        <a:pt x="433736" y="870422"/>
                        <a:pt x="433776" y="869628"/>
                      </a:cubicBezTo>
                      <a:lnTo>
                        <a:pt x="174101" y="869628"/>
                      </a:lnTo>
                      <a:lnTo>
                        <a:pt x="127816" y="869628"/>
                      </a:lnTo>
                      <a:lnTo>
                        <a:pt x="0" y="869628"/>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12" name="Group 138">
                <a:extLst>
                  <a:ext uri="{FF2B5EF4-FFF2-40B4-BE49-F238E27FC236}">
                    <a16:creationId xmlns:a16="http://schemas.microsoft.com/office/drawing/2014/main" id="{095E50F1-AB58-492D-BE89-F81EECBA67F6}"/>
                  </a:ext>
                </a:extLst>
              </p:cNvPr>
              <p:cNvGrpSpPr/>
              <p:nvPr/>
            </p:nvGrpSpPr>
            <p:grpSpPr>
              <a:xfrm>
                <a:off x="6690882" y="1037184"/>
                <a:ext cx="720080" cy="720080"/>
                <a:chOff x="6690882" y="1037184"/>
                <a:chExt cx="720080" cy="720080"/>
              </a:xfrm>
            </p:grpSpPr>
            <p:sp>
              <p:nvSpPr>
                <p:cNvPr id="15" name="Rectangle 141">
                  <a:extLst>
                    <a:ext uri="{FF2B5EF4-FFF2-40B4-BE49-F238E27FC236}">
                      <a16:creationId xmlns:a16="http://schemas.microsoft.com/office/drawing/2014/main" id="{55D77472-945B-4CD4-9BFB-6AE39DE21582}"/>
                    </a:ext>
                  </a:extLst>
                </p:cNvPr>
                <p:cNvSpPr/>
                <p:nvPr/>
              </p:nvSpPr>
              <p:spPr>
                <a:xfrm>
                  <a:off x="6690882" y="1037184"/>
                  <a:ext cx="720080" cy="72008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Block Arc 142">
                  <a:extLst>
                    <a:ext uri="{FF2B5EF4-FFF2-40B4-BE49-F238E27FC236}">
                      <a16:creationId xmlns:a16="http://schemas.microsoft.com/office/drawing/2014/main" id="{EB808376-764A-4682-A66B-5671B0F9A683}"/>
                    </a:ext>
                  </a:extLst>
                </p:cNvPr>
                <p:cNvSpPr>
                  <a:spLocks noChangeAspect="1"/>
                </p:cNvSpPr>
                <p:nvPr/>
              </p:nvSpPr>
              <p:spPr>
                <a:xfrm>
                  <a:off x="6842201" y="1156272"/>
                  <a:ext cx="417443" cy="481904"/>
                </a:xfrm>
                <a:prstGeom prst="blockArc">
                  <a:avLst>
                    <a:gd name="adj1" fmla="val 1756726"/>
                    <a:gd name="adj2" fmla="val 19889488"/>
                    <a:gd name="adj3" fmla="val 2277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13" name="Round Same Side Corner Rectangle 51">
                <a:extLst>
                  <a:ext uri="{FF2B5EF4-FFF2-40B4-BE49-F238E27FC236}">
                    <a16:creationId xmlns:a16="http://schemas.microsoft.com/office/drawing/2014/main" id="{121AF52C-F9EC-441C-AD7E-59A6BA65E1AE}"/>
                  </a:ext>
                </a:extLst>
              </p:cNvPr>
              <p:cNvSpPr/>
              <p:nvPr/>
            </p:nvSpPr>
            <p:spPr>
              <a:xfrm rot="5400000">
                <a:off x="6852922" y="1652530"/>
                <a:ext cx="396000" cy="2520000"/>
              </a:xfrm>
              <a:custGeom>
                <a:avLst/>
                <a:gdLst/>
                <a:ahLst/>
                <a:cxnLst/>
                <a:rect l="l" t="t" r="r" b="b"/>
                <a:pathLst>
                  <a:path w="468002" h="2500353">
                    <a:moveTo>
                      <a:pt x="0" y="2500353"/>
                    </a:moveTo>
                    <a:lnTo>
                      <a:pt x="0" y="234001"/>
                    </a:lnTo>
                    <a:cubicBezTo>
                      <a:pt x="0" y="104766"/>
                      <a:pt x="104766" y="0"/>
                      <a:pt x="234001" y="0"/>
                    </a:cubicBezTo>
                    <a:cubicBezTo>
                      <a:pt x="363236" y="0"/>
                      <a:pt x="468002" y="104766"/>
                      <a:pt x="468002" y="234001"/>
                    </a:cubicBezTo>
                    <a:cubicBezTo>
                      <a:pt x="468002" y="989452"/>
                      <a:pt x="468001" y="1744902"/>
                      <a:pt x="468001" y="2500353"/>
                    </a:cubicBezTo>
                    <a:lnTo>
                      <a:pt x="467594" y="2500353"/>
                    </a:lnTo>
                    <a:cubicBezTo>
                      <a:pt x="429063" y="2409421"/>
                      <a:pt x="338980" y="2345641"/>
                      <a:pt x="234000" y="2345641"/>
                    </a:cubicBezTo>
                    <a:cubicBezTo>
                      <a:pt x="129020" y="2345641"/>
                      <a:pt x="38938" y="2409421"/>
                      <a:pt x="406" y="2500353"/>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sp>
            <p:nvSpPr>
              <p:cNvPr id="14" name="Round Same Side Corner Rectangle 51">
                <a:extLst>
                  <a:ext uri="{FF2B5EF4-FFF2-40B4-BE49-F238E27FC236}">
                    <a16:creationId xmlns:a16="http://schemas.microsoft.com/office/drawing/2014/main" id="{DFB0DDBC-A95A-41FD-B573-ED86E7BB3AC9}"/>
                  </a:ext>
                </a:extLst>
              </p:cNvPr>
              <p:cNvSpPr/>
              <p:nvPr/>
            </p:nvSpPr>
            <p:spPr>
              <a:xfrm rot="16200000">
                <a:off x="6852922" y="2167123"/>
                <a:ext cx="396000" cy="2520000"/>
              </a:xfrm>
              <a:custGeom>
                <a:avLst/>
                <a:gdLst/>
                <a:ahLst/>
                <a:cxnLst/>
                <a:rect l="l" t="t" r="r" b="b"/>
                <a:pathLst>
                  <a:path w="468002" h="2500353">
                    <a:moveTo>
                      <a:pt x="0" y="2500353"/>
                    </a:moveTo>
                    <a:lnTo>
                      <a:pt x="0" y="234001"/>
                    </a:lnTo>
                    <a:cubicBezTo>
                      <a:pt x="0" y="104766"/>
                      <a:pt x="104766" y="0"/>
                      <a:pt x="234001" y="0"/>
                    </a:cubicBezTo>
                    <a:cubicBezTo>
                      <a:pt x="363236" y="0"/>
                      <a:pt x="468002" y="104766"/>
                      <a:pt x="468002" y="234001"/>
                    </a:cubicBezTo>
                    <a:cubicBezTo>
                      <a:pt x="468002" y="989452"/>
                      <a:pt x="468001" y="1744902"/>
                      <a:pt x="468001" y="2500353"/>
                    </a:cubicBezTo>
                    <a:lnTo>
                      <a:pt x="467594" y="2500353"/>
                    </a:lnTo>
                    <a:cubicBezTo>
                      <a:pt x="429063" y="2409421"/>
                      <a:pt x="338980" y="2345641"/>
                      <a:pt x="234000" y="2345641"/>
                    </a:cubicBezTo>
                    <a:cubicBezTo>
                      <a:pt x="129020" y="2345641"/>
                      <a:pt x="38938" y="2409421"/>
                      <a:pt x="406" y="2500353"/>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grpSp>
      </p:grpSp>
    </p:spTree>
    <p:extLst>
      <p:ext uri="{BB962C8B-B14F-4D97-AF65-F5344CB8AC3E}">
        <p14:creationId xmlns:p14="http://schemas.microsoft.com/office/powerpoint/2010/main" val="2071759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chemeClr val="accent4"/>
        </a:solidFill>
        <a:effectLst/>
      </p:bgPr>
    </p:bg>
    <p:spTree>
      <p:nvGrpSpPr>
        <p:cNvPr id="1" name=""/>
        <p:cNvGrpSpPr/>
        <p:nvPr/>
      </p:nvGrpSpPr>
      <p:grpSpPr>
        <a:xfrm>
          <a:off x="0" y="0"/>
          <a:ext cx="0" cy="0"/>
          <a:chOff x="0" y="0"/>
          <a:chExt cx="0" cy="0"/>
        </a:xfrm>
      </p:grpSpPr>
      <p:sp>
        <p:nvSpPr>
          <p:cNvPr id="6" name="Oval 5"/>
          <p:cNvSpPr/>
          <p:nvPr userDrawn="1"/>
        </p:nvSpPr>
        <p:spPr>
          <a:xfrm>
            <a:off x="899592" y="1303724"/>
            <a:ext cx="2520000" cy="252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7" name="Picture Placeholder 2"/>
          <p:cNvSpPr>
            <a:spLocks noGrp="1"/>
          </p:cNvSpPr>
          <p:nvPr>
            <p:ph type="pic" idx="11" hasCustomPrompt="1"/>
          </p:nvPr>
        </p:nvSpPr>
        <p:spPr>
          <a:xfrm>
            <a:off x="1547944" y="1303724"/>
            <a:ext cx="2520000" cy="2520000"/>
          </a:xfrm>
          <a:prstGeom prst="ellipse">
            <a:avLst/>
          </a:prstGeom>
          <a:solidFill>
            <a:schemeClr val="bg1">
              <a:lumMod val="95000"/>
            </a:schemeClr>
          </a:solidFill>
          <a:ln w="25400">
            <a:solidFill>
              <a:schemeClr val="tx1"/>
            </a:solid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Tree>
    <p:extLst>
      <p:ext uri="{BB962C8B-B14F-4D97-AF65-F5344CB8AC3E}">
        <p14:creationId xmlns:p14="http://schemas.microsoft.com/office/powerpoint/2010/main" val="157809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6" name="Rectangle 15"/>
          <p:cNvSpPr/>
          <p:nvPr userDrawn="1"/>
        </p:nvSpPr>
        <p:spPr>
          <a:xfrm>
            <a:off x="0" y="0"/>
            <a:ext cx="9144000" cy="25717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Picture Placeholder 2"/>
          <p:cNvSpPr>
            <a:spLocks noGrp="1"/>
          </p:cNvSpPr>
          <p:nvPr>
            <p:ph type="pic" idx="10" hasCustomPrompt="1"/>
          </p:nvPr>
        </p:nvSpPr>
        <p:spPr>
          <a:xfrm>
            <a:off x="719064" y="1651418"/>
            <a:ext cx="2411840" cy="1793419"/>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18" name="Picture Placeholder 2"/>
          <p:cNvSpPr>
            <a:spLocks noGrp="1"/>
          </p:cNvSpPr>
          <p:nvPr>
            <p:ph type="pic" idx="11" hasCustomPrompt="1"/>
          </p:nvPr>
        </p:nvSpPr>
        <p:spPr>
          <a:xfrm>
            <a:off x="3365613" y="1651418"/>
            <a:ext cx="2411840" cy="1793419"/>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19" name="Picture Placeholder 2"/>
          <p:cNvSpPr>
            <a:spLocks noGrp="1"/>
          </p:cNvSpPr>
          <p:nvPr>
            <p:ph type="pic" idx="12" hasCustomPrompt="1"/>
          </p:nvPr>
        </p:nvSpPr>
        <p:spPr>
          <a:xfrm>
            <a:off x="6012161" y="1651418"/>
            <a:ext cx="2411840" cy="1793419"/>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6" name="Title 1">
            <a:extLst>
              <a:ext uri="{FF2B5EF4-FFF2-40B4-BE49-F238E27FC236}">
                <a16:creationId xmlns:a16="http://schemas.microsoft.com/office/drawing/2014/main" id="{BA6407BF-D764-4F3C-882C-7AA41FCCEA9E}"/>
              </a:ext>
            </a:extLst>
          </p:cNvPr>
          <p:cNvSpPr>
            <a:spLocks noGrp="1"/>
          </p:cNvSpPr>
          <p:nvPr>
            <p:ph type="title" hasCustomPrompt="1"/>
          </p:nvPr>
        </p:nvSpPr>
        <p:spPr>
          <a:xfrm>
            <a:off x="0" y="25735"/>
            <a:ext cx="9144000" cy="776530"/>
          </a:xfrm>
          <a:prstGeom prst="rect">
            <a:avLst/>
          </a:prstGeom>
        </p:spPr>
        <p:txBody>
          <a:bodyPr anchor="ctr"/>
          <a:lstStyle>
            <a:lvl1pPr algn="ctr">
              <a:defRPr sz="3600" b="1" baseline="0">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spTree>
    <p:extLst>
      <p:ext uri="{BB962C8B-B14F-4D97-AF65-F5344CB8AC3E}">
        <p14:creationId xmlns:p14="http://schemas.microsoft.com/office/powerpoint/2010/main" val="251505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3" name="Rectangle 2"/>
          <p:cNvSpPr/>
          <p:nvPr userDrawn="1"/>
        </p:nvSpPr>
        <p:spPr>
          <a:xfrm>
            <a:off x="0" y="0"/>
            <a:ext cx="2555776" cy="5143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Picture Placeholder 2"/>
          <p:cNvSpPr>
            <a:spLocks noGrp="1"/>
          </p:cNvSpPr>
          <p:nvPr>
            <p:ph type="pic" idx="10" hasCustomPrompt="1"/>
          </p:nvPr>
        </p:nvSpPr>
        <p:spPr>
          <a:xfrm>
            <a:off x="2555776" y="0"/>
            <a:ext cx="6588224" cy="2571750"/>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Tree>
    <p:extLst>
      <p:ext uri="{BB962C8B-B14F-4D97-AF65-F5344CB8AC3E}">
        <p14:creationId xmlns:p14="http://schemas.microsoft.com/office/powerpoint/2010/main" val="3614490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9" name="Picture Placeholder 2"/>
          <p:cNvSpPr>
            <a:spLocks noGrp="1"/>
          </p:cNvSpPr>
          <p:nvPr>
            <p:ph type="pic" idx="10" hasCustomPrompt="1"/>
          </p:nvPr>
        </p:nvSpPr>
        <p:spPr>
          <a:xfrm>
            <a:off x="0" y="0"/>
            <a:ext cx="4572000" cy="2571750"/>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4" name="Picture Placeholder 2"/>
          <p:cNvSpPr>
            <a:spLocks noGrp="1"/>
          </p:cNvSpPr>
          <p:nvPr>
            <p:ph type="pic" idx="11" hasCustomPrompt="1"/>
          </p:nvPr>
        </p:nvSpPr>
        <p:spPr>
          <a:xfrm>
            <a:off x="4572000" y="2571750"/>
            <a:ext cx="4572000" cy="2571750"/>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Tree>
    <p:extLst>
      <p:ext uri="{BB962C8B-B14F-4D97-AF65-F5344CB8AC3E}">
        <p14:creationId xmlns:p14="http://schemas.microsoft.com/office/powerpoint/2010/main" val="41962651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Picture with Caption">
    <p:spTree>
      <p:nvGrpSpPr>
        <p:cNvPr id="1" name=""/>
        <p:cNvGrpSpPr/>
        <p:nvPr/>
      </p:nvGrpSpPr>
      <p:grpSpPr>
        <a:xfrm>
          <a:off x="0" y="0"/>
          <a:ext cx="0" cy="0"/>
          <a:chOff x="0" y="0"/>
          <a:chExt cx="0" cy="0"/>
        </a:xfrm>
      </p:grpSpPr>
      <p:sp>
        <p:nvSpPr>
          <p:cNvPr id="9" name="Picture Placeholder 2"/>
          <p:cNvSpPr>
            <a:spLocks noGrp="1"/>
          </p:cNvSpPr>
          <p:nvPr>
            <p:ph type="pic" idx="10" hasCustomPrompt="1"/>
          </p:nvPr>
        </p:nvSpPr>
        <p:spPr>
          <a:xfrm>
            <a:off x="4182700" y="0"/>
            <a:ext cx="4248472" cy="1851670"/>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4" name="Picture Placeholder 2"/>
          <p:cNvSpPr>
            <a:spLocks noGrp="1"/>
          </p:cNvSpPr>
          <p:nvPr>
            <p:ph type="pic" idx="11" hasCustomPrompt="1"/>
          </p:nvPr>
        </p:nvSpPr>
        <p:spPr>
          <a:xfrm>
            <a:off x="4182700" y="3291830"/>
            <a:ext cx="4248472" cy="1851670"/>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10" name="Rectangle 9"/>
          <p:cNvSpPr/>
          <p:nvPr userDrawn="1"/>
        </p:nvSpPr>
        <p:spPr>
          <a:xfrm>
            <a:off x="4182699" y="1851670"/>
            <a:ext cx="4259041" cy="1454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0959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9" name="Picture Placeholder 2"/>
          <p:cNvSpPr>
            <a:spLocks noGrp="1"/>
          </p:cNvSpPr>
          <p:nvPr>
            <p:ph type="pic" idx="10" hasCustomPrompt="1"/>
          </p:nvPr>
        </p:nvSpPr>
        <p:spPr>
          <a:xfrm>
            <a:off x="717858" y="1275606"/>
            <a:ext cx="2448545" cy="2024054"/>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4" name="Title 1"/>
          <p:cNvSpPr>
            <a:spLocks noGrp="1"/>
          </p:cNvSpPr>
          <p:nvPr>
            <p:ph type="title" hasCustomPrompt="1"/>
          </p:nvPr>
        </p:nvSpPr>
        <p:spPr>
          <a:xfrm>
            <a:off x="0" y="25735"/>
            <a:ext cx="9144000" cy="776530"/>
          </a:xfrm>
          <a:prstGeom prst="rect">
            <a:avLst/>
          </a:prstGeom>
        </p:spPr>
        <p:txBody>
          <a:bodyPr anchor="ctr"/>
          <a:lstStyle>
            <a:lvl1pPr algn="ctr">
              <a:defRPr sz="3600" b="1" baseline="0">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sp>
        <p:nvSpPr>
          <p:cNvPr id="5" name="Picture Placeholder 2"/>
          <p:cNvSpPr>
            <a:spLocks noGrp="1"/>
          </p:cNvSpPr>
          <p:nvPr>
            <p:ph type="pic" idx="11" hasCustomPrompt="1"/>
          </p:nvPr>
        </p:nvSpPr>
        <p:spPr>
          <a:xfrm>
            <a:off x="3339542" y="1275606"/>
            <a:ext cx="2448273" cy="2024054"/>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6" name="Picture Placeholder 2"/>
          <p:cNvSpPr>
            <a:spLocks noGrp="1"/>
          </p:cNvSpPr>
          <p:nvPr>
            <p:ph type="pic" idx="12" hasCustomPrompt="1"/>
          </p:nvPr>
        </p:nvSpPr>
        <p:spPr>
          <a:xfrm>
            <a:off x="5960954" y="1275606"/>
            <a:ext cx="2448273" cy="2024054"/>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Tree>
    <p:extLst>
      <p:ext uri="{BB962C8B-B14F-4D97-AF65-F5344CB8AC3E}">
        <p14:creationId xmlns:p14="http://schemas.microsoft.com/office/powerpoint/2010/main" val="30767000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Picture with Caption">
    <p:spTree>
      <p:nvGrpSpPr>
        <p:cNvPr id="1" name=""/>
        <p:cNvGrpSpPr/>
        <p:nvPr/>
      </p:nvGrpSpPr>
      <p:grpSpPr>
        <a:xfrm>
          <a:off x="0" y="0"/>
          <a:ext cx="0" cy="0"/>
          <a:chOff x="0" y="0"/>
          <a:chExt cx="0" cy="0"/>
        </a:xfrm>
      </p:grpSpPr>
      <p:sp>
        <p:nvSpPr>
          <p:cNvPr id="9" name="Picture Placeholder 2"/>
          <p:cNvSpPr>
            <a:spLocks noGrp="1"/>
          </p:cNvSpPr>
          <p:nvPr>
            <p:ph type="pic" idx="10" hasCustomPrompt="1"/>
          </p:nvPr>
        </p:nvSpPr>
        <p:spPr>
          <a:xfrm>
            <a:off x="0" y="1167594"/>
            <a:ext cx="2880000" cy="2808312"/>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10" name="Picture Placeholder 2"/>
          <p:cNvSpPr>
            <a:spLocks noGrp="1"/>
          </p:cNvSpPr>
          <p:nvPr>
            <p:ph type="pic" idx="11" hasCustomPrompt="1"/>
          </p:nvPr>
        </p:nvSpPr>
        <p:spPr>
          <a:xfrm>
            <a:off x="6264000" y="0"/>
            <a:ext cx="2880000" cy="5143499"/>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Tree>
    <p:extLst>
      <p:ext uri="{BB962C8B-B14F-4D97-AF65-F5344CB8AC3E}">
        <p14:creationId xmlns:p14="http://schemas.microsoft.com/office/powerpoint/2010/main" val="27597038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Picture with Caption">
    <p:spTree>
      <p:nvGrpSpPr>
        <p:cNvPr id="1" name=""/>
        <p:cNvGrpSpPr/>
        <p:nvPr/>
      </p:nvGrpSpPr>
      <p:grpSpPr>
        <a:xfrm>
          <a:off x="0" y="0"/>
          <a:ext cx="0" cy="0"/>
          <a:chOff x="0" y="0"/>
          <a:chExt cx="0" cy="0"/>
        </a:xfrm>
      </p:grpSpPr>
      <p:sp>
        <p:nvSpPr>
          <p:cNvPr id="9" name="Picture Placeholder 2"/>
          <p:cNvSpPr>
            <a:spLocks noGrp="1"/>
          </p:cNvSpPr>
          <p:nvPr>
            <p:ph type="pic" idx="10" hasCustomPrompt="1"/>
          </p:nvPr>
        </p:nvSpPr>
        <p:spPr>
          <a:xfrm>
            <a:off x="720000" y="540000"/>
            <a:ext cx="2484000" cy="4068000"/>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11" name="Picture Placeholder 2"/>
          <p:cNvSpPr>
            <a:spLocks noGrp="1"/>
          </p:cNvSpPr>
          <p:nvPr>
            <p:ph type="pic" idx="12" hasCustomPrompt="1"/>
          </p:nvPr>
        </p:nvSpPr>
        <p:spPr>
          <a:xfrm>
            <a:off x="5926807" y="540000"/>
            <a:ext cx="2484704" cy="4068000"/>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2" name="Rectangle 1"/>
          <p:cNvSpPr/>
          <p:nvPr userDrawn="1"/>
        </p:nvSpPr>
        <p:spPr>
          <a:xfrm>
            <a:off x="3323403" y="540000"/>
            <a:ext cx="2484000" cy="406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4493049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13" name="Rectangle 12"/>
          <p:cNvSpPr/>
          <p:nvPr userDrawn="1"/>
        </p:nvSpPr>
        <p:spPr>
          <a:xfrm>
            <a:off x="4564685" y="0"/>
            <a:ext cx="4579315" cy="5143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4" name="Group 3"/>
          <p:cNvGrpSpPr/>
          <p:nvPr userDrawn="1"/>
        </p:nvGrpSpPr>
        <p:grpSpPr>
          <a:xfrm>
            <a:off x="3556573" y="832001"/>
            <a:ext cx="2016224" cy="3482571"/>
            <a:chOff x="2627784" y="1825002"/>
            <a:chExt cx="1198166" cy="2069560"/>
          </a:xfrm>
        </p:grpSpPr>
        <p:sp>
          <p:nvSpPr>
            <p:cNvPr id="5" name="Rounded Rectangle 4"/>
            <p:cNvSpPr/>
            <p:nvPr/>
          </p:nvSpPr>
          <p:spPr>
            <a:xfrm>
              <a:off x="2627784" y="1825002"/>
              <a:ext cx="1198166" cy="2069560"/>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Rectangle 5"/>
            <p:cNvSpPr/>
            <p:nvPr/>
          </p:nvSpPr>
          <p:spPr>
            <a:xfrm>
              <a:off x="3155241" y="1922844"/>
              <a:ext cx="143251" cy="27666"/>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 name="Group 6"/>
            <p:cNvGrpSpPr/>
            <p:nvPr/>
          </p:nvGrpSpPr>
          <p:grpSpPr>
            <a:xfrm>
              <a:off x="3168829" y="3704452"/>
              <a:ext cx="116076" cy="127684"/>
              <a:chOff x="2453209" y="5151638"/>
              <a:chExt cx="191820" cy="211002"/>
            </a:xfrm>
          </p:grpSpPr>
          <p:sp>
            <p:nvSpPr>
              <p:cNvPr id="10" name="Oval 9"/>
              <p:cNvSpPr/>
              <p:nvPr userDrawn="1"/>
            </p:nvSpPr>
            <p:spPr>
              <a:xfrm>
                <a:off x="2453209" y="5151638"/>
                <a:ext cx="191820" cy="211002"/>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Rounded Rectangle 10"/>
              <p:cNvSpPr/>
              <p:nvPr userDrawn="1"/>
            </p:nvSpPr>
            <p:spPr>
              <a:xfrm>
                <a:off x="2505251" y="5208531"/>
                <a:ext cx="87734" cy="97215"/>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12" name="Picture Placeholder 2"/>
          <p:cNvSpPr>
            <a:spLocks noGrp="1"/>
          </p:cNvSpPr>
          <p:nvPr>
            <p:ph type="pic" idx="1" hasCustomPrompt="1"/>
          </p:nvPr>
        </p:nvSpPr>
        <p:spPr>
          <a:xfrm>
            <a:off x="3677198" y="1115645"/>
            <a:ext cx="1774974" cy="279876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8162740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Picture with Caption">
    <p:spTree>
      <p:nvGrpSpPr>
        <p:cNvPr id="1" name=""/>
        <p:cNvGrpSpPr/>
        <p:nvPr/>
      </p:nvGrpSpPr>
      <p:grpSpPr>
        <a:xfrm>
          <a:off x="0" y="0"/>
          <a:ext cx="0" cy="0"/>
          <a:chOff x="0" y="0"/>
          <a:chExt cx="0" cy="0"/>
        </a:xfrm>
      </p:grpSpPr>
      <p:sp>
        <p:nvSpPr>
          <p:cNvPr id="7" name="Rectangle 6"/>
          <p:cNvSpPr/>
          <p:nvPr userDrawn="1"/>
        </p:nvSpPr>
        <p:spPr>
          <a:xfrm>
            <a:off x="1" y="1239541"/>
            <a:ext cx="9144000" cy="336395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4"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5536" y="1766153"/>
            <a:ext cx="4217146" cy="2310733"/>
          </a:xfrm>
          <a:prstGeom prst="rect">
            <a:avLst/>
          </a:prstGeom>
        </p:spPr>
      </p:pic>
      <p:sp>
        <p:nvSpPr>
          <p:cNvPr id="5" name="Picture Placeholder 2"/>
          <p:cNvSpPr>
            <a:spLocks noGrp="1"/>
          </p:cNvSpPr>
          <p:nvPr>
            <p:ph type="pic" idx="1" hasCustomPrompt="1"/>
          </p:nvPr>
        </p:nvSpPr>
        <p:spPr>
          <a:xfrm>
            <a:off x="1115416" y="1859201"/>
            <a:ext cx="2772000" cy="1944000"/>
          </a:xfrm>
          <a:prstGeom prst="rect">
            <a:avLst/>
          </a:prstGeom>
          <a:solidFill>
            <a:schemeClr val="bg1">
              <a:lumMod val="95000"/>
            </a:schemeClr>
          </a:solidFill>
        </p:spPr>
        <p:txBody>
          <a:bodyPr anchor="ctr"/>
          <a:lstStyle>
            <a:lvl1pPr marL="0" indent="0" algn="ctr">
              <a:buNone/>
              <a:defRPr sz="12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0" name="Title 1">
            <a:extLst>
              <a:ext uri="{FF2B5EF4-FFF2-40B4-BE49-F238E27FC236}">
                <a16:creationId xmlns:a16="http://schemas.microsoft.com/office/drawing/2014/main" id="{216FB63C-5800-4111-92B0-B9CD0BCBE589}"/>
              </a:ext>
            </a:extLst>
          </p:cNvPr>
          <p:cNvSpPr>
            <a:spLocks noGrp="1"/>
          </p:cNvSpPr>
          <p:nvPr>
            <p:ph type="title" hasCustomPrompt="1"/>
          </p:nvPr>
        </p:nvSpPr>
        <p:spPr>
          <a:xfrm>
            <a:off x="0" y="67028"/>
            <a:ext cx="9144000" cy="776530"/>
          </a:xfrm>
          <a:prstGeom prst="rect">
            <a:avLst/>
          </a:prstGeom>
        </p:spPr>
        <p:txBody>
          <a:bodyPr anchor="ctr"/>
          <a:lstStyle>
            <a:lvl1pPr algn="ctr">
              <a:defRPr sz="3600" b="1" baseline="0">
                <a:solidFill>
                  <a:schemeClr val="tx1">
                    <a:lumMod val="75000"/>
                    <a:lumOff val="25000"/>
                  </a:schemeClr>
                </a:solidFill>
                <a:latin typeface="+mj-lt"/>
                <a:cs typeface="Arial" pitchFamily="34" charset="0"/>
              </a:defRPr>
            </a:lvl1pPr>
          </a:lstStyle>
          <a:p>
            <a:r>
              <a:rPr lang="en-US" altLang="ko-KR" dirty="0"/>
              <a:t>Images &amp; Contents</a:t>
            </a:r>
            <a:endParaRPr lang="ko-KR" altLang="en-US" dirty="0"/>
          </a:p>
        </p:txBody>
      </p:sp>
    </p:spTree>
    <p:extLst>
      <p:ext uri="{BB962C8B-B14F-4D97-AF65-F5344CB8AC3E}">
        <p14:creationId xmlns:p14="http://schemas.microsoft.com/office/powerpoint/2010/main" val="5185167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Picture with Caption">
    <p:spTree>
      <p:nvGrpSpPr>
        <p:cNvPr id="1" name=""/>
        <p:cNvGrpSpPr/>
        <p:nvPr/>
      </p:nvGrpSpPr>
      <p:grpSpPr>
        <a:xfrm>
          <a:off x="0" y="0"/>
          <a:ext cx="0" cy="0"/>
          <a:chOff x="0" y="0"/>
          <a:chExt cx="0" cy="0"/>
        </a:xfrm>
      </p:grpSpPr>
      <p:grpSp>
        <p:nvGrpSpPr>
          <p:cNvPr id="17" name="Group 16"/>
          <p:cNvGrpSpPr/>
          <p:nvPr userDrawn="1"/>
        </p:nvGrpSpPr>
        <p:grpSpPr>
          <a:xfrm>
            <a:off x="539552" y="1331976"/>
            <a:ext cx="1852788" cy="3200273"/>
            <a:chOff x="2627784" y="1825002"/>
            <a:chExt cx="1198166" cy="2069560"/>
          </a:xfrm>
        </p:grpSpPr>
        <p:sp>
          <p:nvSpPr>
            <p:cNvPr id="18" name="Rounded Rectangle 17"/>
            <p:cNvSpPr/>
            <p:nvPr/>
          </p:nvSpPr>
          <p:spPr>
            <a:xfrm>
              <a:off x="2627784" y="1825002"/>
              <a:ext cx="1198166" cy="2069560"/>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Rectangle 18"/>
            <p:cNvSpPr/>
            <p:nvPr/>
          </p:nvSpPr>
          <p:spPr>
            <a:xfrm>
              <a:off x="3155241" y="1922844"/>
              <a:ext cx="143251" cy="27666"/>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0" name="Group 19"/>
            <p:cNvGrpSpPr/>
            <p:nvPr/>
          </p:nvGrpSpPr>
          <p:grpSpPr>
            <a:xfrm>
              <a:off x="3168829" y="3704452"/>
              <a:ext cx="116076" cy="127684"/>
              <a:chOff x="2453209" y="5151638"/>
              <a:chExt cx="191820" cy="211002"/>
            </a:xfrm>
          </p:grpSpPr>
          <p:sp>
            <p:nvSpPr>
              <p:cNvPr id="21" name="Oval 20"/>
              <p:cNvSpPr/>
              <p:nvPr userDrawn="1"/>
            </p:nvSpPr>
            <p:spPr>
              <a:xfrm>
                <a:off x="2453209" y="5151638"/>
                <a:ext cx="191820" cy="211002"/>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Rounded Rectangle 21"/>
              <p:cNvSpPr/>
              <p:nvPr userDrawn="1"/>
            </p:nvSpPr>
            <p:spPr>
              <a:xfrm>
                <a:off x="2505251" y="5208531"/>
                <a:ext cx="87734" cy="97215"/>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23" name="Picture Placeholder 2"/>
          <p:cNvSpPr>
            <a:spLocks noGrp="1"/>
          </p:cNvSpPr>
          <p:nvPr>
            <p:ph type="pic" idx="10" hasCustomPrompt="1"/>
          </p:nvPr>
        </p:nvSpPr>
        <p:spPr>
          <a:xfrm>
            <a:off x="660177" y="1646164"/>
            <a:ext cx="1030277" cy="257189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grpSp>
        <p:nvGrpSpPr>
          <p:cNvPr id="10" name="Group 9"/>
          <p:cNvGrpSpPr/>
          <p:nvPr userDrawn="1"/>
        </p:nvGrpSpPr>
        <p:grpSpPr>
          <a:xfrm>
            <a:off x="1690454" y="1221920"/>
            <a:ext cx="1980221" cy="3420385"/>
            <a:chOff x="2627784" y="1825002"/>
            <a:chExt cx="1198166" cy="2069560"/>
          </a:xfrm>
        </p:grpSpPr>
        <p:sp>
          <p:nvSpPr>
            <p:cNvPr id="11" name="Rounded Rectangle 10"/>
            <p:cNvSpPr/>
            <p:nvPr/>
          </p:nvSpPr>
          <p:spPr>
            <a:xfrm>
              <a:off x="2627784" y="1825002"/>
              <a:ext cx="1198166" cy="2069560"/>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Rectangle 11"/>
            <p:cNvSpPr/>
            <p:nvPr/>
          </p:nvSpPr>
          <p:spPr>
            <a:xfrm>
              <a:off x="3155241" y="1922844"/>
              <a:ext cx="143251" cy="27666"/>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3" name="Group 12"/>
            <p:cNvGrpSpPr/>
            <p:nvPr/>
          </p:nvGrpSpPr>
          <p:grpSpPr>
            <a:xfrm>
              <a:off x="3168829" y="3704452"/>
              <a:ext cx="116076" cy="127684"/>
              <a:chOff x="2453209" y="5151638"/>
              <a:chExt cx="191820" cy="211002"/>
            </a:xfrm>
          </p:grpSpPr>
          <p:sp>
            <p:nvSpPr>
              <p:cNvPr id="14" name="Oval 13"/>
              <p:cNvSpPr/>
              <p:nvPr userDrawn="1"/>
            </p:nvSpPr>
            <p:spPr>
              <a:xfrm>
                <a:off x="2453209" y="5151638"/>
                <a:ext cx="191820" cy="211002"/>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Rounded Rectangle 14"/>
              <p:cNvSpPr/>
              <p:nvPr userDrawn="1"/>
            </p:nvSpPr>
            <p:spPr>
              <a:xfrm>
                <a:off x="2505251" y="5208531"/>
                <a:ext cx="87734" cy="97215"/>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16" name="Picture Placeholder 2"/>
          <p:cNvSpPr>
            <a:spLocks noGrp="1"/>
          </p:cNvSpPr>
          <p:nvPr>
            <p:ph type="pic" idx="1" hasCustomPrompt="1"/>
          </p:nvPr>
        </p:nvSpPr>
        <p:spPr>
          <a:xfrm>
            <a:off x="1811099" y="1544792"/>
            <a:ext cx="1743279" cy="2748789"/>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5" name="Title 1">
            <a:extLst>
              <a:ext uri="{FF2B5EF4-FFF2-40B4-BE49-F238E27FC236}">
                <a16:creationId xmlns:a16="http://schemas.microsoft.com/office/drawing/2014/main" id="{A4481C05-B01C-4D49-8033-5D0490F68262}"/>
              </a:ext>
            </a:extLst>
          </p:cNvPr>
          <p:cNvSpPr>
            <a:spLocks noGrp="1"/>
          </p:cNvSpPr>
          <p:nvPr>
            <p:ph type="title" hasCustomPrompt="1"/>
          </p:nvPr>
        </p:nvSpPr>
        <p:spPr>
          <a:xfrm>
            <a:off x="0" y="67028"/>
            <a:ext cx="9144000" cy="776530"/>
          </a:xfrm>
          <a:prstGeom prst="rect">
            <a:avLst/>
          </a:prstGeom>
        </p:spPr>
        <p:txBody>
          <a:bodyPr anchor="ctr"/>
          <a:lstStyle>
            <a:lvl1pPr algn="ctr">
              <a:defRPr sz="3600" b="1" baseline="0">
                <a:solidFill>
                  <a:schemeClr val="tx1">
                    <a:lumMod val="75000"/>
                    <a:lumOff val="25000"/>
                  </a:schemeClr>
                </a:solidFill>
                <a:latin typeface="+mj-lt"/>
                <a:cs typeface="Arial" pitchFamily="34" charset="0"/>
              </a:defRPr>
            </a:lvl1pPr>
          </a:lstStyle>
          <a:p>
            <a:r>
              <a:rPr lang="en-US" altLang="ko-KR" dirty="0"/>
              <a:t>Images &amp; Contents</a:t>
            </a:r>
            <a:endParaRPr lang="ko-KR" altLang="en-US" dirty="0"/>
          </a:p>
        </p:txBody>
      </p:sp>
    </p:spTree>
    <p:extLst>
      <p:ext uri="{BB962C8B-B14F-4D97-AF65-F5344CB8AC3E}">
        <p14:creationId xmlns:p14="http://schemas.microsoft.com/office/powerpoint/2010/main" val="20812905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hapes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242646" y="92609"/>
            <a:ext cx="8679898" cy="543185"/>
          </a:xfrm>
          <a:prstGeom prst="rect">
            <a:avLst/>
          </a:prstGeom>
        </p:spPr>
        <p:txBody>
          <a:bodyPr anchor="ctr"/>
          <a:lstStyle>
            <a:lvl1pPr marL="0" indent="0" algn="ctr">
              <a:buNone/>
              <a:defRPr sz="4050" b="0" baseline="0">
                <a:solidFill>
                  <a:schemeClr val="tx1">
                    <a:lumMod val="85000"/>
                    <a:lumOff val="15000"/>
                  </a:schemeClr>
                </a:solidFill>
                <a:latin typeface="+mj-lt"/>
                <a:cs typeface="Arial" pitchFamily="34" charset="0"/>
              </a:defRPr>
            </a:lvl1pPr>
          </a:lstStyle>
          <a:p>
            <a:r>
              <a:rPr lang="en-US" altLang="ko-KR" dirty="0"/>
              <a:t>Fully Editable Shapes</a:t>
            </a:r>
          </a:p>
        </p:txBody>
      </p:sp>
    </p:spTree>
    <p:extLst>
      <p:ext uri="{BB962C8B-B14F-4D97-AF65-F5344CB8AC3E}">
        <p14:creationId xmlns:p14="http://schemas.microsoft.com/office/powerpoint/2010/main" val="9076777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4000" b="0" baseline="0">
                <a:latin typeface="+mj-lt"/>
                <a:cs typeface="Arial" pitchFamily="34" charset="0"/>
              </a:defRPr>
            </a:lvl1pPr>
          </a:lstStyle>
          <a:p>
            <a:pPr lvl="0"/>
            <a:r>
              <a:rPr lang="en-US" altLang="ko-KR" dirty="0"/>
              <a:t>ICON SETS LAYOUT</a:t>
            </a:r>
          </a:p>
        </p:txBody>
      </p:sp>
      <p:sp>
        <p:nvSpPr>
          <p:cNvPr id="12" name="Rounded Rectangle 11"/>
          <p:cNvSpPr/>
          <p:nvPr userDrawn="1"/>
        </p:nvSpPr>
        <p:spPr>
          <a:xfrm>
            <a:off x="354008" y="1131589"/>
            <a:ext cx="2849840" cy="3649171"/>
          </a:xfrm>
          <a:prstGeom prst="roundRect">
            <a:avLst>
              <a:gd name="adj" fmla="val 396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n-lt"/>
            </a:endParaRPr>
          </a:p>
        </p:txBody>
      </p:sp>
      <p:sp>
        <p:nvSpPr>
          <p:cNvPr id="15" name="Rounded Rectangle 14"/>
          <p:cNvSpPr/>
          <p:nvPr userDrawn="1"/>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16" name="Half Frame 15"/>
          <p:cNvSpPr/>
          <p:nvPr userDrawn="1"/>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32612570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984229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_Images &amp; Contents Layout">
    <p:spTree>
      <p:nvGrpSpPr>
        <p:cNvPr id="1" name=""/>
        <p:cNvGrpSpPr/>
        <p:nvPr/>
      </p:nvGrpSpPr>
      <p:grpSpPr>
        <a:xfrm>
          <a:off x="0" y="0"/>
          <a:ext cx="0" cy="0"/>
          <a:chOff x="0" y="0"/>
          <a:chExt cx="0" cy="0"/>
        </a:xfrm>
      </p:grpSpPr>
      <p:sp>
        <p:nvSpPr>
          <p:cNvPr id="5" name="Picture Placeholder 2"/>
          <p:cNvSpPr>
            <a:spLocks noGrp="1"/>
          </p:cNvSpPr>
          <p:nvPr>
            <p:ph type="pic" idx="10" hasCustomPrompt="1"/>
          </p:nvPr>
        </p:nvSpPr>
        <p:spPr>
          <a:xfrm>
            <a:off x="0" y="0"/>
            <a:ext cx="4572000" cy="5143500"/>
          </a:xfrm>
          <a:prstGeom prst="rect">
            <a:avLst/>
          </a:prstGeom>
          <a:solidFill>
            <a:schemeClr val="bg1">
              <a:lumMod val="95000"/>
            </a:schemeClr>
          </a:solidFill>
          <a:ln w="12700">
            <a:noFill/>
          </a:ln>
        </p:spPr>
        <p:txBody>
          <a:bodyPr anchor="ctr"/>
          <a:lstStyle>
            <a:lvl1pPr marL="0" indent="0" algn="ctr">
              <a:buNone/>
              <a:defRPr sz="1350">
                <a:solidFill>
                  <a:schemeClr val="tx1">
                    <a:lumMod val="75000"/>
                    <a:lumOff val="25000"/>
                  </a:schemeClr>
                </a:solidFill>
                <a:latin typeface="+mn-lt"/>
                <a:cs typeface="Arial" pitchFamily="34" charset="0"/>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ltLang="ko-KR" dirty="0"/>
              <a:t>Place Your Picture Here And Send To Back</a:t>
            </a:r>
            <a:endParaRPr lang="ko-KR" altLang="en-US" dirty="0"/>
          </a:p>
        </p:txBody>
      </p:sp>
    </p:spTree>
    <p:extLst>
      <p:ext uri="{BB962C8B-B14F-4D97-AF65-F5344CB8AC3E}">
        <p14:creationId xmlns:p14="http://schemas.microsoft.com/office/powerpoint/2010/main" val="9787639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4" name="Rectangle 43"/>
          <p:cNvSpPr/>
          <p:nvPr userDrawn="1"/>
        </p:nvSpPr>
        <p:spPr>
          <a:xfrm>
            <a:off x="1" y="889772"/>
            <a:ext cx="9144000" cy="336395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제목 1"/>
          <p:cNvSpPr>
            <a:spLocks noGrp="1"/>
          </p:cNvSpPr>
          <p:nvPr>
            <p:ph type="title" hasCustomPrompt="1"/>
          </p:nvPr>
        </p:nvSpPr>
        <p:spPr>
          <a:xfrm>
            <a:off x="3665156" y="2091331"/>
            <a:ext cx="5472608" cy="542078"/>
          </a:xfrm>
          <a:prstGeom prst="rect">
            <a:avLst/>
          </a:prstGeom>
        </p:spPr>
        <p:txBody>
          <a:bodyPr anchor="ctr">
            <a:noAutofit/>
          </a:bodyPr>
          <a:lstStyle>
            <a:lvl1pPr algn="l">
              <a:defRPr sz="3600" b="1" baseline="0">
                <a:solidFill>
                  <a:schemeClr val="tx1"/>
                </a:solidFill>
                <a:effectLst/>
                <a:latin typeface="+mj-lt"/>
                <a:cs typeface="Arial" pitchFamily="34" charset="0"/>
              </a:defRPr>
            </a:lvl1pPr>
          </a:lstStyle>
          <a:p>
            <a:r>
              <a:rPr lang="en-US" altLang="ko-KR" dirty="0"/>
              <a:t>SECTION BREAK</a:t>
            </a:r>
            <a:endParaRPr lang="ko-KR" altLang="en-US" dirty="0"/>
          </a:p>
        </p:txBody>
      </p:sp>
      <p:sp>
        <p:nvSpPr>
          <p:cNvPr id="3" name="Text Placeholder 9"/>
          <p:cNvSpPr>
            <a:spLocks noGrp="1"/>
          </p:cNvSpPr>
          <p:nvPr>
            <p:ph type="body" sz="quarter" idx="10" hasCustomPrompt="1"/>
          </p:nvPr>
        </p:nvSpPr>
        <p:spPr>
          <a:xfrm>
            <a:off x="3665156" y="2640899"/>
            <a:ext cx="5472608" cy="276687"/>
          </a:xfrm>
          <a:prstGeom prst="rect">
            <a:avLst/>
          </a:prstGeom>
        </p:spPr>
        <p:txBody>
          <a:bodyPr lIns="108000" anchor="ctr"/>
          <a:lstStyle>
            <a:lvl1pPr marL="0" indent="0" algn="l">
              <a:buNone/>
              <a:defRPr sz="1400" baseline="0">
                <a:solidFill>
                  <a:schemeClr val="tx1"/>
                </a:solidFill>
                <a:effectLst/>
                <a:latin typeface="+mn-lt"/>
                <a:cs typeface="Arial" pitchFamily="34" charset="0"/>
              </a:defRPr>
            </a:lvl1pPr>
          </a:lstStyle>
          <a:p>
            <a:pPr lvl="0"/>
            <a:r>
              <a:rPr lang="en-US" altLang="ko-KR" dirty="0"/>
              <a:t>Add text</a:t>
            </a:r>
            <a:endParaRPr lang="ko-KR" altLang="en-US" dirty="0"/>
          </a:p>
        </p:txBody>
      </p:sp>
      <p:grpSp>
        <p:nvGrpSpPr>
          <p:cNvPr id="4" name="Group 3"/>
          <p:cNvGrpSpPr/>
          <p:nvPr userDrawn="1"/>
        </p:nvGrpSpPr>
        <p:grpSpPr>
          <a:xfrm>
            <a:off x="1410728" y="1571507"/>
            <a:ext cx="1895276" cy="2008355"/>
            <a:chOff x="5304922" y="1037184"/>
            <a:chExt cx="3492000" cy="3700344"/>
          </a:xfrm>
        </p:grpSpPr>
        <p:grpSp>
          <p:nvGrpSpPr>
            <p:cNvPr id="5" name="Group 4"/>
            <p:cNvGrpSpPr/>
            <p:nvPr/>
          </p:nvGrpSpPr>
          <p:grpSpPr>
            <a:xfrm>
              <a:off x="5304922" y="3743716"/>
              <a:ext cx="3492000" cy="437610"/>
              <a:chOff x="1709238" y="4209096"/>
              <a:chExt cx="3492000" cy="437610"/>
            </a:xfrm>
          </p:grpSpPr>
          <p:sp>
            <p:nvSpPr>
              <p:cNvPr id="31" name="Rectangle 30"/>
              <p:cNvSpPr/>
              <p:nvPr/>
            </p:nvSpPr>
            <p:spPr>
              <a:xfrm>
                <a:off x="1709238" y="4214706"/>
                <a:ext cx="3492000" cy="432000"/>
              </a:xfrm>
              <a:prstGeom prst="rect">
                <a:avLst/>
              </a:prstGeom>
              <a:solidFill>
                <a:schemeClr val="accent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2" name="Group 31"/>
              <p:cNvGrpSpPr/>
              <p:nvPr/>
            </p:nvGrpSpPr>
            <p:grpSpPr>
              <a:xfrm>
                <a:off x="2078720" y="4209096"/>
                <a:ext cx="469833" cy="432000"/>
                <a:chOff x="2078720" y="4209096"/>
                <a:chExt cx="469833" cy="432000"/>
              </a:xfrm>
            </p:grpSpPr>
            <p:sp>
              <p:nvSpPr>
                <p:cNvPr id="40" name="Rectangle 39"/>
                <p:cNvSpPr/>
                <p:nvPr/>
              </p:nvSpPr>
              <p:spPr>
                <a:xfrm>
                  <a:off x="2078720"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1" name="Rectangle 40"/>
                <p:cNvSpPr/>
                <p:nvPr/>
              </p:nvSpPr>
              <p:spPr>
                <a:xfrm>
                  <a:off x="2217331"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2" name="Rectangle 41"/>
                <p:cNvSpPr/>
                <p:nvPr/>
              </p:nvSpPr>
              <p:spPr>
                <a:xfrm>
                  <a:off x="2355942"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3" name="Rectangle 42"/>
                <p:cNvSpPr/>
                <p:nvPr/>
              </p:nvSpPr>
              <p:spPr>
                <a:xfrm>
                  <a:off x="2494553"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33" name="Group 32"/>
              <p:cNvGrpSpPr/>
              <p:nvPr/>
            </p:nvGrpSpPr>
            <p:grpSpPr>
              <a:xfrm>
                <a:off x="4098293" y="4384000"/>
                <a:ext cx="900965" cy="82800"/>
                <a:chOff x="4098293" y="4384000"/>
                <a:chExt cx="900965" cy="82800"/>
              </a:xfrm>
            </p:grpSpPr>
            <p:sp>
              <p:nvSpPr>
                <p:cNvPr id="34" name="Rectangle 33"/>
                <p:cNvSpPr/>
                <p:nvPr/>
              </p:nvSpPr>
              <p:spPr>
                <a:xfrm>
                  <a:off x="4098293"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5" name="Rectangle 34"/>
                <p:cNvSpPr/>
                <p:nvPr/>
              </p:nvSpPr>
              <p:spPr>
                <a:xfrm>
                  <a:off x="4260486"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6" name="Rectangle 35"/>
                <p:cNvSpPr/>
                <p:nvPr/>
              </p:nvSpPr>
              <p:spPr>
                <a:xfrm>
                  <a:off x="4422679"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7" name="Rectangle 36"/>
                <p:cNvSpPr/>
                <p:nvPr/>
              </p:nvSpPr>
              <p:spPr>
                <a:xfrm>
                  <a:off x="4584872"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8" name="Rectangle 37"/>
                <p:cNvSpPr/>
                <p:nvPr/>
              </p:nvSpPr>
              <p:spPr>
                <a:xfrm>
                  <a:off x="4747065"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9" name="Rectangle 38"/>
                <p:cNvSpPr/>
                <p:nvPr/>
              </p:nvSpPr>
              <p:spPr>
                <a:xfrm>
                  <a:off x="4909258"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grpSp>
          <p:nvGrpSpPr>
            <p:cNvPr id="6" name="Group 5"/>
            <p:cNvGrpSpPr/>
            <p:nvPr/>
          </p:nvGrpSpPr>
          <p:grpSpPr>
            <a:xfrm flipH="1">
              <a:off x="5304922" y="4299918"/>
              <a:ext cx="3492000" cy="437610"/>
              <a:chOff x="1709238" y="4209096"/>
              <a:chExt cx="3492000" cy="437610"/>
            </a:xfrm>
          </p:grpSpPr>
          <p:sp>
            <p:nvSpPr>
              <p:cNvPr id="18" name="Rectangle 17"/>
              <p:cNvSpPr/>
              <p:nvPr/>
            </p:nvSpPr>
            <p:spPr>
              <a:xfrm>
                <a:off x="1709238" y="4214706"/>
                <a:ext cx="3492000" cy="432000"/>
              </a:xfrm>
              <a:prstGeom prst="rect">
                <a:avLst/>
              </a:prstGeom>
              <a:solidFill>
                <a:schemeClr val="accent2"/>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Group 18"/>
              <p:cNvGrpSpPr/>
              <p:nvPr/>
            </p:nvGrpSpPr>
            <p:grpSpPr>
              <a:xfrm>
                <a:off x="2078720" y="4209096"/>
                <a:ext cx="469833" cy="432000"/>
                <a:chOff x="2078720" y="4209096"/>
                <a:chExt cx="469833" cy="432000"/>
              </a:xfrm>
            </p:grpSpPr>
            <p:sp>
              <p:nvSpPr>
                <p:cNvPr id="27" name="Rectangle 26"/>
                <p:cNvSpPr/>
                <p:nvPr/>
              </p:nvSpPr>
              <p:spPr>
                <a:xfrm>
                  <a:off x="2078720"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8" name="Rectangle 27"/>
                <p:cNvSpPr/>
                <p:nvPr/>
              </p:nvSpPr>
              <p:spPr>
                <a:xfrm>
                  <a:off x="2217331"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9" name="Rectangle 28"/>
                <p:cNvSpPr/>
                <p:nvPr/>
              </p:nvSpPr>
              <p:spPr>
                <a:xfrm>
                  <a:off x="2355942"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0" name="Rectangle 29"/>
                <p:cNvSpPr/>
                <p:nvPr/>
              </p:nvSpPr>
              <p:spPr>
                <a:xfrm>
                  <a:off x="2494553"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20" name="Group 19"/>
              <p:cNvGrpSpPr/>
              <p:nvPr/>
            </p:nvGrpSpPr>
            <p:grpSpPr>
              <a:xfrm>
                <a:off x="4098293" y="4384000"/>
                <a:ext cx="900965" cy="82800"/>
                <a:chOff x="4098293" y="4384000"/>
                <a:chExt cx="900965" cy="82800"/>
              </a:xfrm>
            </p:grpSpPr>
            <p:sp>
              <p:nvSpPr>
                <p:cNvPr id="21" name="Rectangle 20"/>
                <p:cNvSpPr/>
                <p:nvPr/>
              </p:nvSpPr>
              <p:spPr>
                <a:xfrm>
                  <a:off x="4098293"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2" name="Rectangle 21"/>
                <p:cNvSpPr/>
                <p:nvPr/>
              </p:nvSpPr>
              <p:spPr>
                <a:xfrm>
                  <a:off x="4260486"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3" name="Rectangle 22"/>
                <p:cNvSpPr/>
                <p:nvPr/>
              </p:nvSpPr>
              <p:spPr>
                <a:xfrm>
                  <a:off x="4422679"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4" name="Rectangle 23"/>
                <p:cNvSpPr/>
                <p:nvPr/>
              </p:nvSpPr>
              <p:spPr>
                <a:xfrm>
                  <a:off x="4584872"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5" name="Rectangle 24"/>
                <p:cNvSpPr/>
                <p:nvPr/>
              </p:nvSpPr>
              <p:spPr>
                <a:xfrm>
                  <a:off x="4747065"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6" name="Rectangle 25"/>
                <p:cNvSpPr/>
                <p:nvPr/>
              </p:nvSpPr>
              <p:spPr>
                <a:xfrm>
                  <a:off x="4909258"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grpSp>
          <p:nvGrpSpPr>
            <p:cNvPr id="7" name="Group 6"/>
            <p:cNvGrpSpPr/>
            <p:nvPr/>
          </p:nvGrpSpPr>
          <p:grpSpPr>
            <a:xfrm>
              <a:off x="6272654" y="1875857"/>
              <a:ext cx="720080" cy="720080"/>
              <a:chOff x="6272654" y="1875857"/>
              <a:chExt cx="720080" cy="720080"/>
            </a:xfrm>
          </p:grpSpPr>
          <p:sp>
            <p:nvSpPr>
              <p:cNvPr id="16" name="Rectangle 15"/>
              <p:cNvSpPr/>
              <p:nvPr/>
            </p:nvSpPr>
            <p:spPr>
              <a:xfrm>
                <a:off x="6272654" y="1875857"/>
                <a:ext cx="720080" cy="720080"/>
              </a:xfrm>
              <a:prstGeom prst="rect">
                <a:avLst/>
              </a:prstGeom>
              <a:solidFill>
                <a:schemeClr val="accent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Parallelogram 5"/>
              <p:cNvSpPr>
                <a:spLocks/>
              </p:cNvSpPr>
              <p:nvPr/>
            </p:nvSpPr>
            <p:spPr>
              <a:xfrm>
                <a:off x="6391715" y="1978487"/>
                <a:ext cx="481958" cy="481904"/>
              </a:xfrm>
              <a:custGeom>
                <a:avLst/>
                <a:gdLst/>
                <a:ahLst/>
                <a:cxnLst/>
                <a:rect l="l" t="t" r="r" b="b"/>
                <a:pathLst>
                  <a:path w="848270" h="868857">
                    <a:moveTo>
                      <a:pt x="424135" y="189887"/>
                    </a:moveTo>
                    <a:lnTo>
                      <a:pt x="297766" y="526729"/>
                    </a:lnTo>
                    <a:lnTo>
                      <a:pt x="550505" y="526729"/>
                    </a:lnTo>
                    <a:close/>
                    <a:moveTo>
                      <a:pt x="325960" y="0"/>
                    </a:moveTo>
                    <a:lnTo>
                      <a:pt x="352897" y="0"/>
                    </a:lnTo>
                    <a:lnTo>
                      <a:pt x="495373" y="0"/>
                    </a:lnTo>
                    <a:lnTo>
                      <a:pt x="522310" y="0"/>
                    </a:lnTo>
                    <a:lnTo>
                      <a:pt x="848270" y="868857"/>
                    </a:lnTo>
                    <a:lnTo>
                      <a:pt x="678857" y="868857"/>
                    </a:lnTo>
                    <a:lnTo>
                      <a:pt x="604960" y="671883"/>
                    </a:lnTo>
                    <a:lnTo>
                      <a:pt x="243310" y="671883"/>
                    </a:lnTo>
                    <a:lnTo>
                      <a:pt x="169413" y="868857"/>
                    </a:lnTo>
                    <a:lnTo>
                      <a:pt x="0" y="86885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8" name="Group 7"/>
            <p:cNvGrpSpPr/>
            <p:nvPr/>
          </p:nvGrpSpPr>
          <p:grpSpPr>
            <a:xfrm>
              <a:off x="7109110" y="1875857"/>
              <a:ext cx="720080" cy="720080"/>
              <a:chOff x="7109110" y="1875857"/>
              <a:chExt cx="720080" cy="720080"/>
            </a:xfrm>
          </p:grpSpPr>
          <p:sp>
            <p:nvSpPr>
              <p:cNvPr id="14" name="Rectangle 13"/>
              <p:cNvSpPr/>
              <p:nvPr/>
            </p:nvSpPr>
            <p:spPr>
              <a:xfrm>
                <a:off x="7109110" y="1875857"/>
                <a:ext cx="720080" cy="720080"/>
              </a:xfrm>
              <a:prstGeom prst="rect">
                <a:avLst/>
              </a:prstGeom>
              <a:solidFill>
                <a:schemeClr val="accent2"/>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Rectangle 9"/>
              <p:cNvSpPr>
                <a:spLocks noChangeAspect="1"/>
              </p:cNvSpPr>
              <p:nvPr/>
            </p:nvSpPr>
            <p:spPr>
              <a:xfrm>
                <a:off x="7267746" y="1994945"/>
                <a:ext cx="402809" cy="481904"/>
              </a:xfrm>
              <a:custGeom>
                <a:avLst/>
                <a:gdLst>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174101 w 728932"/>
                  <a:gd name="connsiteY5" fmla="*/ 488630 h 872065"/>
                  <a:gd name="connsiteX6" fmla="*/ 174101 w 728932"/>
                  <a:gd name="connsiteY6" fmla="*/ 140965 h 872065"/>
                  <a:gd name="connsiteX7" fmla="*/ 174101 w 728932"/>
                  <a:gd name="connsiteY7" fmla="*/ 347665 h 872065"/>
                  <a:gd name="connsiteX8" fmla="*/ 431276 w 728932"/>
                  <a:gd name="connsiteY8" fmla="*/ 347665 h 872065"/>
                  <a:gd name="connsiteX9" fmla="*/ 431276 w 728932"/>
                  <a:gd name="connsiteY9" fmla="*/ 345754 h 872065"/>
                  <a:gd name="connsiteX10" fmla="*/ 517000 w 728932"/>
                  <a:gd name="connsiteY10" fmla="*/ 243359 h 872065"/>
                  <a:gd name="connsiteX11" fmla="*/ 433656 w 728932"/>
                  <a:gd name="connsiteY11" fmla="*/ 148109 h 872065"/>
                  <a:gd name="connsiteX12" fmla="*/ 174101 w 728932"/>
                  <a:gd name="connsiteY12" fmla="*/ 140965 h 872065"/>
                  <a:gd name="connsiteX13" fmla="*/ 0 w 728932"/>
                  <a:gd name="connsiteY13" fmla="*/ 0 h 872065"/>
                  <a:gd name="connsiteX14" fmla="*/ 127816 w 728932"/>
                  <a:gd name="connsiteY14" fmla="*/ 0 h 872065"/>
                  <a:gd name="connsiteX15" fmla="*/ 174101 w 728932"/>
                  <a:gd name="connsiteY15" fmla="*/ 0 h 872065"/>
                  <a:gd name="connsiteX16" fmla="*/ 447945 w 728932"/>
                  <a:gd name="connsiteY16" fmla="*/ 0 h 872065"/>
                  <a:gd name="connsiteX17" fmla="*/ 447945 w 728932"/>
                  <a:gd name="connsiteY17" fmla="*/ 1732 h 872065"/>
                  <a:gd name="connsiteX18" fmla="*/ 683688 w 728932"/>
                  <a:gd name="connsiteY18" fmla="*/ 179066 h 872065"/>
                  <a:gd name="connsiteX19" fmla="*/ 559863 w 728932"/>
                  <a:gd name="connsiteY19" fmla="*/ 407666 h 872065"/>
                  <a:gd name="connsiteX20" fmla="*/ 728932 w 728932"/>
                  <a:gd name="connsiteY20" fmla="*/ 633885 h 872065"/>
                  <a:gd name="connsiteX21" fmla="*/ 433657 w 728932"/>
                  <a:gd name="connsiteY21" fmla="*/ 872010 h 872065"/>
                  <a:gd name="connsiteX22" fmla="*/ 433776 w 728932"/>
                  <a:gd name="connsiteY22" fmla="*/ 869628 h 872065"/>
                  <a:gd name="connsiteX23" fmla="*/ 174101 w 728932"/>
                  <a:gd name="connsiteY23" fmla="*/ 869628 h 872065"/>
                  <a:gd name="connsiteX24" fmla="*/ 127816 w 728932"/>
                  <a:gd name="connsiteY24" fmla="*/ 869628 h 872065"/>
                  <a:gd name="connsiteX25" fmla="*/ 0 w 728932"/>
                  <a:gd name="connsiteY25" fmla="*/ 869628 h 872065"/>
                  <a:gd name="connsiteX26" fmla="*/ 0 w 728932"/>
                  <a:gd name="connsiteY26" fmla="*/ 0 h 872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932" h="872065">
                    <a:moveTo>
                      <a:pt x="174101" y="488630"/>
                    </a:moveTo>
                    <a:lnTo>
                      <a:pt x="174101" y="728663"/>
                    </a:lnTo>
                    <a:lnTo>
                      <a:pt x="442406" y="728663"/>
                    </a:lnTo>
                    <a:cubicBezTo>
                      <a:pt x="511257" y="715167"/>
                      <a:pt x="549532" y="684907"/>
                      <a:pt x="547956" y="612454"/>
                    </a:cubicBezTo>
                    <a:cubicBezTo>
                      <a:pt x="543194" y="552923"/>
                      <a:pt x="538432" y="510060"/>
                      <a:pt x="431276" y="493391"/>
                    </a:cubicBezTo>
                    <a:lnTo>
                      <a:pt x="174101" y="488630"/>
                    </a:lnTo>
                    <a:close/>
                    <a:moveTo>
                      <a:pt x="174101" y="140965"/>
                    </a:moveTo>
                    <a:lnTo>
                      <a:pt x="174101" y="347665"/>
                    </a:lnTo>
                    <a:lnTo>
                      <a:pt x="431276" y="347665"/>
                    </a:lnTo>
                    <a:lnTo>
                      <a:pt x="431276" y="345754"/>
                    </a:lnTo>
                    <a:cubicBezTo>
                      <a:pt x="474139" y="322735"/>
                      <a:pt x="514619" y="311622"/>
                      <a:pt x="517000" y="243359"/>
                    </a:cubicBezTo>
                    <a:cubicBezTo>
                      <a:pt x="517000" y="202878"/>
                      <a:pt x="502713" y="157634"/>
                      <a:pt x="433656" y="148109"/>
                    </a:cubicBezTo>
                    <a:cubicBezTo>
                      <a:pt x="366981" y="140568"/>
                      <a:pt x="274510" y="141043"/>
                      <a:pt x="174101" y="140965"/>
                    </a:cubicBezTo>
                    <a:close/>
                    <a:moveTo>
                      <a:pt x="0" y="0"/>
                    </a:moveTo>
                    <a:lnTo>
                      <a:pt x="127816" y="0"/>
                    </a:lnTo>
                    <a:lnTo>
                      <a:pt x="174101" y="0"/>
                    </a:lnTo>
                    <a:lnTo>
                      <a:pt x="447945" y="0"/>
                    </a:lnTo>
                    <a:lnTo>
                      <a:pt x="447945" y="1732"/>
                    </a:lnTo>
                    <a:cubicBezTo>
                      <a:pt x="634795" y="8775"/>
                      <a:pt x="679801" y="148746"/>
                      <a:pt x="683688" y="179066"/>
                    </a:cubicBezTo>
                    <a:cubicBezTo>
                      <a:pt x="689245" y="333848"/>
                      <a:pt x="620981" y="374328"/>
                      <a:pt x="559863" y="407666"/>
                    </a:cubicBezTo>
                    <a:cubicBezTo>
                      <a:pt x="663844" y="433066"/>
                      <a:pt x="727345" y="515617"/>
                      <a:pt x="728932" y="633885"/>
                    </a:cubicBezTo>
                    <a:cubicBezTo>
                      <a:pt x="720200" y="800572"/>
                      <a:pt x="594788" y="874392"/>
                      <a:pt x="433657" y="872010"/>
                    </a:cubicBezTo>
                    <a:cubicBezTo>
                      <a:pt x="433697" y="871216"/>
                      <a:pt x="433736" y="870422"/>
                      <a:pt x="433776" y="869628"/>
                    </a:cubicBezTo>
                    <a:lnTo>
                      <a:pt x="174101" y="869628"/>
                    </a:lnTo>
                    <a:lnTo>
                      <a:pt x="127816" y="869628"/>
                    </a:lnTo>
                    <a:lnTo>
                      <a:pt x="0" y="869628"/>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9" name="Group 8"/>
            <p:cNvGrpSpPr/>
            <p:nvPr/>
          </p:nvGrpSpPr>
          <p:grpSpPr>
            <a:xfrm>
              <a:off x="6690882" y="1037184"/>
              <a:ext cx="720080" cy="720080"/>
              <a:chOff x="6690882" y="1037184"/>
              <a:chExt cx="720080" cy="720080"/>
            </a:xfrm>
          </p:grpSpPr>
          <p:sp>
            <p:nvSpPr>
              <p:cNvPr id="12" name="Rectangle 11"/>
              <p:cNvSpPr/>
              <p:nvPr/>
            </p:nvSpPr>
            <p:spPr>
              <a:xfrm>
                <a:off x="6690882" y="1037184"/>
                <a:ext cx="720080" cy="720080"/>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Block Arc 12"/>
              <p:cNvSpPr>
                <a:spLocks noChangeAspect="1"/>
              </p:cNvSpPr>
              <p:nvPr/>
            </p:nvSpPr>
            <p:spPr>
              <a:xfrm>
                <a:off x="6842201" y="1156272"/>
                <a:ext cx="417443" cy="481904"/>
              </a:xfrm>
              <a:prstGeom prst="blockArc">
                <a:avLst>
                  <a:gd name="adj1" fmla="val 1756726"/>
                  <a:gd name="adj2" fmla="val 19889488"/>
                  <a:gd name="adj3" fmla="val 2277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10" name="Round Same Side Corner Rectangle 51"/>
            <p:cNvSpPr/>
            <p:nvPr/>
          </p:nvSpPr>
          <p:spPr>
            <a:xfrm rot="5400000">
              <a:off x="6852922" y="1652530"/>
              <a:ext cx="396000" cy="2520000"/>
            </a:xfrm>
            <a:custGeom>
              <a:avLst/>
              <a:gdLst/>
              <a:ahLst/>
              <a:cxnLst/>
              <a:rect l="l" t="t" r="r" b="b"/>
              <a:pathLst>
                <a:path w="468002" h="2500353">
                  <a:moveTo>
                    <a:pt x="0" y="2500353"/>
                  </a:moveTo>
                  <a:lnTo>
                    <a:pt x="0" y="234001"/>
                  </a:lnTo>
                  <a:cubicBezTo>
                    <a:pt x="0" y="104766"/>
                    <a:pt x="104766" y="0"/>
                    <a:pt x="234001" y="0"/>
                  </a:cubicBezTo>
                  <a:cubicBezTo>
                    <a:pt x="363236" y="0"/>
                    <a:pt x="468002" y="104766"/>
                    <a:pt x="468002" y="234001"/>
                  </a:cubicBezTo>
                  <a:cubicBezTo>
                    <a:pt x="468002" y="989452"/>
                    <a:pt x="468001" y="1744902"/>
                    <a:pt x="468001" y="2500353"/>
                  </a:cubicBezTo>
                  <a:lnTo>
                    <a:pt x="467594" y="2500353"/>
                  </a:lnTo>
                  <a:cubicBezTo>
                    <a:pt x="429063" y="2409421"/>
                    <a:pt x="338980" y="2345641"/>
                    <a:pt x="234000" y="2345641"/>
                  </a:cubicBezTo>
                  <a:cubicBezTo>
                    <a:pt x="129020" y="2345641"/>
                    <a:pt x="38938" y="2409421"/>
                    <a:pt x="406" y="2500353"/>
                  </a:cubicBezTo>
                  <a:close/>
                </a:path>
              </a:pathLst>
            </a:cu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ko-KR" dirty="0"/>
                <a:t>D</a:t>
              </a:r>
              <a:endParaRPr lang="ko-KR" altLang="en-US" dirty="0"/>
            </a:p>
          </p:txBody>
        </p:sp>
        <p:sp>
          <p:nvSpPr>
            <p:cNvPr id="11" name="Round Same Side Corner Rectangle 51"/>
            <p:cNvSpPr/>
            <p:nvPr/>
          </p:nvSpPr>
          <p:spPr>
            <a:xfrm rot="16200000">
              <a:off x="6852922" y="2167123"/>
              <a:ext cx="396000" cy="2520000"/>
            </a:xfrm>
            <a:custGeom>
              <a:avLst/>
              <a:gdLst/>
              <a:ahLst/>
              <a:cxnLst/>
              <a:rect l="l" t="t" r="r" b="b"/>
              <a:pathLst>
                <a:path w="468002" h="2500353">
                  <a:moveTo>
                    <a:pt x="0" y="2500353"/>
                  </a:moveTo>
                  <a:lnTo>
                    <a:pt x="0" y="234001"/>
                  </a:lnTo>
                  <a:cubicBezTo>
                    <a:pt x="0" y="104766"/>
                    <a:pt x="104766" y="0"/>
                    <a:pt x="234001" y="0"/>
                  </a:cubicBezTo>
                  <a:cubicBezTo>
                    <a:pt x="363236" y="0"/>
                    <a:pt x="468002" y="104766"/>
                    <a:pt x="468002" y="234001"/>
                  </a:cubicBezTo>
                  <a:cubicBezTo>
                    <a:pt x="468002" y="989452"/>
                    <a:pt x="468001" y="1744902"/>
                    <a:pt x="468001" y="2500353"/>
                  </a:cubicBezTo>
                  <a:lnTo>
                    <a:pt x="467594" y="2500353"/>
                  </a:lnTo>
                  <a:cubicBezTo>
                    <a:pt x="429063" y="2409421"/>
                    <a:pt x="338980" y="2345641"/>
                    <a:pt x="234000" y="2345641"/>
                  </a:cubicBezTo>
                  <a:cubicBezTo>
                    <a:pt x="129020" y="2345641"/>
                    <a:pt x="38938" y="2409421"/>
                    <a:pt x="406" y="2500353"/>
                  </a:cubicBezTo>
                  <a:close/>
                </a:path>
              </a:pathLst>
            </a:cu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ko-KR" dirty="0"/>
                <a:t>D</a:t>
              </a:r>
              <a:endParaRPr lang="ko-KR" altLang="en-US" dirty="0"/>
            </a:p>
          </p:txBody>
        </p:sp>
      </p:grpSp>
    </p:spTree>
    <p:extLst>
      <p:ext uri="{BB962C8B-B14F-4D97-AF65-F5344CB8AC3E}">
        <p14:creationId xmlns:p14="http://schemas.microsoft.com/office/powerpoint/2010/main" val="20369467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theme" Target="../theme/theme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4388586"/>
      </p:ext>
    </p:extLst>
  </p:cSld>
  <p:clrMap bg1="lt1" tx1="dk1" bg2="lt2" tx2="dk2" accent1="accent1" accent2="accent2" accent3="accent3" accent4="accent4" accent5="accent5" accent6="accent6" hlink="hlink" folHlink="folHlink"/>
  <p:sldLayoutIdLst>
    <p:sldLayoutId id="2147483662" r:id="rId1"/>
    <p:sldLayoutId id="2147483675" r:id="rId2"/>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5332248"/>
      </p:ext>
    </p:extLst>
  </p:cSld>
  <p:clrMap bg1="lt1" tx1="dk1" bg2="lt2" tx2="dk2" accent1="accent1" accent2="accent2" accent3="accent3" accent4="accent4" accent5="accent5" accent6="accent6" hlink="hlink" folHlink="folHlink"/>
  <p:sldLayoutIdLst>
    <p:sldLayoutId id="2147483649" r:id="rId1"/>
    <p:sldLayoutId id="2147483665" r:id="rId2"/>
    <p:sldLayoutId id="2147483664" r:id="rId3"/>
    <p:sldLayoutId id="2147483677" r:id="rId4"/>
    <p:sldLayoutId id="2147483666" r:id="rId5"/>
    <p:sldLayoutId id="2147483676" r:id="rId6"/>
    <p:sldLayoutId id="2147483657" r:id="rId7"/>
    <p:sldLayoutId id="2147483673" r:id="rId8"/>
    <p:sldLayoutId id="2147483667" r:id="rId9"/>
    <p:sldLayoutId id="2147483671" r:id="rId10"/>
    <p:sldLayoutId id="2147483672" r:id="rId11"/>
    <p:sldLayoutId id="2147483668" r:id="rId12"/>
    <p:sldLayoutId id="2147483669" r:id="rId13"/>
    <p:sldLayoutId id="2147483670" r:id="rId14"/>
    <p:sldLayoutId id="2147483679" r:id="rId15"/>
    <p:sldLayoutId id="2147483678" r:id="rId16"/>
    <p:sldLayoutId id="2147483680" r:id="rId17"/>
    <p:sldLayoutId id="2147483681" r:id="rId18"/>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7717377"/>
      </p:ext>
    </p:extLst>
  </p:cSld>
  <p:clrMap bg1="lt1" tx1="dk1" bg2="lt2" tx2="dk2" accent1="accent1" accent2="accent2" accent3="accent3" accent4="accent4" accent5="accent5" accent6="accent6" hlink="hlink" folHlink="folHlink"/>
  <p:sldLayoutIdLst>
    <p:sldLayoutId id="2147483659" r:id="rId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free-powerpoint-templates-design.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free-powerpoint-templates-design.com/" TargetMode="Externa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1"/>
          </p:nvPr>
        </p:nvSpPr>
        <p:spPr>
          <a:xfrm>
            <a:off x="0" y="4299942"/>
            <a:ext cx="9143999" cy="432000"/>
          </a:xfrm>
          <a:prstGeom prst="rect">
            <a:avLst/>
          </a:prstGeom>
        </p:spPr>
        <p:txBody>
          <a:bodyPr/>
          <a:lstStyle/>
          <a:p>
            <a:pPr algn="ctr" fontAlgn="auto">
              <a:spcBef>
                <a:spcPts val="0"/>
              </a:spcBef>
              <a:spcAft>
                <a:spcPts val="0"/>
              </a:spcAft>
              <a:defRPr/>
            </a:pPr>
            <a:r>
              <a:rPr lang="en-US" altLang="ko-KR" sz="2000" b="1" dirty="0">
                <a:solidFill>
                  <a:schemeClr val="tx1">
                    <a:lumMod val="75000"/>
                    <a:lumOff val="25000"/>
                  </a:schemeClr>
                </a:solidFill>
                <a:cs typeface="Arial" pitchFamily="34" charset="0"/>
              </a:rPr>
              <a:t>By : Student Name</a:t>
            </a:r>
          </a:p>
        </p:txBody>
      </p:sp>
      <p:sp>
        <p:nvSpPr>
          <p:cNvPr id="6" name="Title 5"/>
          <p:cNvSpPr>
            <a:spLocks noGrp="1"/>
          </p:cNvSpPr>
          <p:nvPr>
            <p:ph type="title"/>
          </p:nvPr>
        </p:nvSpPr>
        <p:spPr>
          <a:xfrm>
            <a:off x="0" y="3417417"/>
            <a:ext cx="9143998" cy="540000"/>
          </a:xfrm>
          <a:prstGeom prst="rect">
            <a:avLst/>
          </a:prstGeom>
        </p:spPr>
        <p:txBody>
          <a:bodyPr/>
          <a:lstStyle/>
          <a:p>
            <a:r>
              <a:rPr lang="en-US" altLang="ko-KR" dirty="0">
                <a:solidFill>
                  <a:schemeClr val="tx1">
                    <a:lumMod val="75000"/>
                    <a:lumOff val="25000"/>
                  </a:schemeClr>
                </a:solidFill>
                <a:ea typeface="맑은 고딕" pitchFamily="50" charset="-127"/>
              </a:rPr>
              <a:t>Presentation on </a:t>
            </a:r>
            <a:br>
              <a:rPr lang="en-US" altLang="ko-KR" dirty="0">
                <a:solidFill>
                  <a:schemeClr val="tx1">
                    <a:lumMod val="75000"/>
                    <a:lumOff val="25000"/>
                  </a:schemeClr>
                </a:solidFill>
                <a:ea typeface="맑은 고딕" pitchFamily="50" charset="-127"/>
              </a:rPr>
            </a:br>
            <a:r>
              <a:rPr lang="en-US" altLang="ko-KR" dirty="0">
                <a:solidFill>
                  <a:schemeClr val="tx1">
                    <a:lumMod val="75000"/>
                    <a:lumOff val="25000"/>
                  </a:schemeClr>
                </a:solidFill>
                <a:ea typeface="맑은 고딕" pitchFamily="50" charset="-127"/>
              </a:rPr>
              <a:t>Summer Internship 2026</a:t>
            </a:r>
            <a:endParaRPr lang="ko-KR" altLang="en-US" dirty="0">
              <a:solidFill>
                <a:schemeClr val="tx1">
                  <a:lumMod val="75000"/>
                  <a:lumOff val="25000"/>
                </a:schemeClr>
              </a:solidFill>
            </a:endParaRPr>
          </a:p>
        </p:txBody>
      </p:sp>
      <p:sp>
        <p:nvSpPr>
          <p:cNvPr id="10" name="TextBox 9">
            <a:hlinkClick r:id="rId2"/>
          </p:cNvPr>
          <p:cNvSpPr txBox="1"/>
          <p:nvPr/>
        </p:nvSpPr>
        <p:spPr>
          <a:xfrm>
            <a:off x="-18256" y="4825165"/>
            <a:ext cx="9180512" cy="276999"/>
          </a:xfrm>
          <a:prstGeom prst="rect">
            <a:avLst/>
          </a:prstGeom>
          <a:noFill/>
        </p:spPr>
        <p:txBody>
          <a:bodyPr wrap="square" rtlCol="0">
            <a:spAutoFit/>
          </a:bodyPr>
          <a:lstStyle/>
          <a:p>
            <a:pPr algn="ctr"/>
            <a:r>
              <a:rPr lang="en-US" altLang="ko-KR" sz="1200" b="1" dirty="0">
                <a:cs typeface="Arial" pitchFamily="34" charset="0"/>
              </a:rPr>
              <a:t>www.softproindia.in</a:t>
            </a:r>
            <a:endParaRPr lang="ko-KR" altLang="en-US" sz="1200" b="1" dirty="0">
              <a:cs typeface="Arial" pitchFamily="34" charset="0"/>
            </a:endParaRPr>
          </a:p>
        </p:txBody>
      </p:sp>
      <p:pic>
        <p:nvPicPr>
          <p:cNvPr id="3" name="Picture 2">
            <a:extLst>
              <a:ext uri="{FF2B5EF4-FFF2-40B4-BE49-F238E27FC236}">
                <a16:creationId xmlns:a16="http://schemas.microsoft.com/office/drawing/2014/main" id="{417C9973-E1B7-427B-9E85-FE701E73CF2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0392" y="215951"/>
            <a:ext cx="824124" cy="391214"/>
          </a:xfrm>
          <a:prstGeom prst="rect">
            <a:avLst/>
          </a:prstGeom>
        </p:spPr>
      </p:pic>
    </p:spTree>
    <p:extLst>
      <p:ext uri="{BB962C8B-B14F-4D97-AF65-F5344CB8AC3E}">
        <p14:creationId xmlns:p14="http://schemas.microsoft.com/office/powerpoint/2010/main" val="306882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itle 53"/>
          <p:cNvSpPr>
            <a:spLocks noGrp="1"/>
          </p:cNvSpPr>
          <p:nvPr>
            <p:ph type="title" idx="4294967295"/>
          </p:nvPr>
        </p:nvSpPr>
        <p:spPr>
          <a:xfrm>
            <a:off x="1763688" y="215951"/>
            <a:ext cx="7380312" cy="776530"/>
          </a:xfrm>
          <a:prstGeom prst="rect">
            <a:avLst/>
          </a:prstGeom>
        </p:spPr>
        <p:txBody>
          <a:bodyPr/>
          <a:lstStyle/>
          <a:p>
            <a:pPr algn="l"/>
            <a:r>
              <a:rPr lang="en-US" altLang="ko-KR" sz="2800" b="1" dirty="0"/>
              <a:t>Agenda Layout</a:t>
            </a:r>
            <a:endParaRPr lang="ko-KR" altLang="en-US" sz="2800" b="1" dirty="0"/>
          </a:p>
        </p:txBody>
      </p:sp>
      <p:sp>
        <p:nvSpPr>
          <p:cNvPr id="56" name="AutoShape 92"/>
          <p:cNvSpPr>
            <a:spLocks noChangeArrowheads="1"/>
          </p:cNvSpPr>
          <p:nvPr/>
        </p:nvSpPr>
        <p:spPr bwMode="auto">
          <a:xfrm flipH="1">
            <a:off x="2209207" y="1249624"/>
            <a:ext cx="758752" cy="601257"/>
          </a:xfrm>
          <a:prstGeom prst="rect">
            <a:avLst/>
          </a:prstGeom>
          <a:solidFill>
            <a:schemeClr val="accent2"/>
          </a:solidFill>
          <a:ln w="25400">
            <a:solidFill>
              <a:schemeClr val="tx1"/>
            </a:solidFill>
            <a:headEnd/>
            <a:tailEnd/>
          </a:ln>
          <a:effectLst>
            <a:outerShdw blurRad="25400" dist="1905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none"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fontAlgn="auto">
              <a:spcBef>
                <a:spcPts val="0"/>
              </a:spcBef>
              <a:spcAft>
                <a:spcPts val="0"/>
              </a:spcAft>
              <a:defRPr/>
            </a:pPr>
            <a:r>
              <a:rPr kumimoji="0" lang="en-US" altLang="ko-KR" sz="2800" dirty="0">
                <a:solidFill>
                  <a:schemeClr val="tx1"/>
                </a:solidFill>
              </a:rPr>
              <a:t>A</a:t>
            </a:r>
            <a:endParaRPr kumimoji="0" lang="ko-KR" altLang="en-US" sz="2800" dirty="0">
              <a:solidFill>
                <a:schemeClr val="tx1"/>
              </a:solidFill>
            </a:endParaRPr>
          </a:p>
        </p:txBody>
      </p:sp>
      <p:sp>
        <p:nvSpPr>
          <p:cNvPr id="57" name="AutoShape 92"/>
          <p:cNvSpPr>
            <a:spLocks noChangeArrowheads="1"/>
          </p:cNvSpPr>
          <p:nvPr/>
        </p:nvSpPr>
        <p:spPr bwMode="auto">
          <a:xfrm flipH="1">
            <a:off x="2209207" y="2152033"/>
            <a:ext cx="758752" cy="601257"/>
          </a:xfrm>
          <a:prstGeom prst="rect">
            <a:avLst/>
          </a:prstGeom>
          <a:solidFill>
            <a:schemeClr val="accent1"/>
          </a:solidFill>
          <a:ln w="25400">
            <a:solidFill>
              <a:schemeClr val="tx1"/>
            </a:solidFill>
            <a:prstDash val="solid"/>
            <a:headEnd/>
            <a:tailEnd/>
          </a:ln>
          <a:effectLst>
            <a:outerShdw blurRad="25400" dist="19050" dir="5400000" algn="t"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wrap="none"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fontAlgn="auto">
              <a:spcBef>
                <a:spcPts val="0"/>
              </a:spcBef>
              <a:spcAft>
                <a:spcPts val="0"/>
              </a:spcAft>
              <a:defRPr/>
            </a:pPr>
            <a:r>
              <a:rPr kumimoji="0" lang="en-US" altLang="ko-KR" sz="2800" dirty="0">
                <a:solidFill>
                  <a:schemeClr val="tx1"/>
                </a:solidFill>
              </a:rPr>
              <a:t>B</a:t>
            </a:r>
            <a:endParaRPr kumimoji="0" lang="ko-KR" altLang="en-US" sz="2800" dirty="0">
              <a:solidFill>
                <a:schemeClr val="tx1"/>
              </a:solidFill>
            </a:endParaRPr>
          </a:p>
        </p:txBody>
      </p:sp>
      <p:sp>
        <p:nvSpPr>
          <p:cNvPr id="58" name="AutoShape 92"/>
          <p:cNvSpPr>
            <a:spLocks noChangeArrowheads="1"/>
          </p:cNvSpPr>
          <p:nvPr/>
        </p:nvSpPr>
        <p:spPr bwMode="auto">
          <a:xfrm flipH="1">
            <a:off x="2209207" y="3054442"/>
            <a:ext cx="758752" cy="601257"/>
          </a:xfrm>
          <a:prstGeom prst="rect">
            <a:avLst/>
          </a:prstGeom>
          <a:solidFill>
            <a:schemeClr val="accent2"/>
          </a:solidFill>
          <a:ln w="25400">
            <a:solidFill>
              <a:schemeClr val="tx1"/>
            </a:solidFill>
            <a:headEnd/>
            <a:tailEnd/>
          </a:ln>
          <a:effectLst>
            <a:outerShdw blurRad="25400" dist="1905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none"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fontAlgn="auto">
              <a:spcBef>
                <a:spcPts val="0"/>
              </a:spcBef>
              <a:spcAft>
                <a:spcPts val="0"/>
              </a:spcAft>
              <a:defRPr/>
            </a:pPr>
            <a:r>
              <a:rPr kumimoji="0" lang="en-US" altLang="ko-KR" sz="2800" dirty="0">
                <a:solidFill>
                  <a:schemeClr val="tx1"/>
                </a:solidFill>
              </a:rPr>
              <a:t>C</a:t>
            </a:r>
            <a:endParaRPr kumimoji="0" lang="ko-KR" altLang="en-US" sz="2800" dirty="0">
              <a:solidFill>
                <a:schemeClr val="tx1"/>
              </a:solidFill>
            </a:endParaRPr>
          </a:p>
        </p:txBody>
      </p:sp>
      <p:sp>
        <p:nvSpPr>
          <p:cNvPr id="59" name="AutoShape 92"/>
          <p:cNvSpPr>
            <a:spLocks noChangeArrowheads="1"/>
          </p:cNvSpPr>
          <p:nvPr/>
        </p:nvSpPr>
        <p:spPr bwMode="auto">
          <a:xfrm flipH="1">
            <a:off x="2209207" y="3956851"/>
            <a:ext cx="758752" cy="601257"/>
          </a:xfrm>
          <a:prstGeom prst="rect">
            <a:avLst/>
          </a:prstGeom>
          <a:solidFill>
            <a:schemeClr val="accent1"/>
          </a:solidFill>
          <a:ln w="25400">
            <a:solidFill>
              <a:schemeClr val="tx1"/>
            </a:solidFill>
            <a:prstDash val="solid"/>
            <a:headEnd/>
            <a:tailEnd/>
          </a:ln>
          <a:effectLst>
            <a:outerShdw blurRad="25400" dist="19050" dir="5400000" algn="t"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wrap="none"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fontAlgn="auto">
              <a:spcBef>
                <a:spcPts val="0"/>
              </a:spcBef>
              <a:spcAft>
                <a:spcPts val="0"/>
              </a:spcAft>
              <a:defRPr/>
            </a:pPr>
            <a:r>
              <a:rPr kumimoji="0" lang="en-US" altLang="ko-KR" sz="2800" dirty="0">
                <a:solidFill>
                  <a:schemeClr val="tx1"/>
                </a:solidFill>
              </a:rPr>
              <a:t>D</a:t>
            </a:r>
            <a:endParaRPr kumimoji="0" lang="ko-KR" altLang="en-US" sz="2800" dirty="0">
              <a:solidFill>
                <a:schemeClr val="tx1"/>
              </a:solidFill>
            </a:endParaRPr>
          </a:p>
        </p:txBody>
      </p:sp>
      <p:sp>
        <p:nvSpPr>
          <p:cNvPr id="61" name="AutoShape 92"/>
          <p:cNvSpPr>
            <a:spLocks noChangeArrowheads="1"/>
          </p:cNvSpPr>
          <p:nvPr/>
        </p:nvSpPr>
        <p:spPr bwMode="auto">
          <a:xfrm flipH="1">
            <a:off x="3145306" y="1155702"/>
            <a:ext cx="5278694" cy="732620"/>
          </a:xfrm>
          <a:prstGeom prst="rect">
            <a:avLst/>
          </a:prstGeom>
          <a:solidFill>
            <a:schemeClr val="accent2"/>
          </a:solidFill>
          <a:ln w="25400">
            <a:solidFill>
              <a:schemeClr val="tx1"/>
            </a:solidFill>
            <a:prstDash val="solid"/>
            <a:headEnd/>
            <a:tailEnd/>
          </a:ln>
          <a:effectLst/>
        </p:spPr>
        <p:style>
          <a:lnRef idx="2">
            <a:schemeClr val="accent2">
              <a:shade val="50000"/>
            </a:schemeClr>
          </a:lnRef>
          <a:fillRef idx="1">
            <a:schemeClr val="accent2"/>
          </a:fillRef>
          <a:effectRef idx="0">
            <a:schemeClr val="accent2"/>
          </a:effectRef>
          <a:fontRef idx="minor">
            <a:schemeClr val="lt1"/>
          </a:fontRef>
        </p:style>
        <p:txBody>
          <a:bodyPr wrap="none"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fontAlgn="auto">
              <a:spcBef>
                <a:spcPts val="0"/>
              </a:spcBef>
              <a:spcAft>
                <a:spcPts val="0"/>
              </a:spcAft>
              <a:defRPr/>
            </a:pPr>
            <a:endParaRPr kumimoji="0" lang="ko-KR" altLang="en-US" dirty="0">
              <a:effectLst>
                <a:outerShdw blurRad="38100" dist="38100" dir="2700000" algn="tl">
                  <a:srgbClr val="000000">
                    <a:alpha val="43137"/>
                  </a:srgbClr>
                </a:outerShdw>
              </a:effectLst>
            </a:endParaRPr>
          </a:p>
        </p:txBody>
      </p:sp>
      <p:sp>
        <p:nvSpPr>
          <p:cNvPr id="62" name="AutoShape 92"/>
          <p:cNvSpPr>
            <a:spLocks noChangeArrowheads="1"/>
          </p:cNvSpPr>
          <p:nvPr/>
        </p:nvSpPr>
        <p:spPr bwMode="auto">
          <a:xfrm flipH="1">
            <a:off x="3145306" y="2058111"/>
            <a:ext cx="5278694" cy="732620"/>
          </a:xfrm>
          <a:prstGeom prst="rect">
            <a:avLst/>
          </a:prstGeom>
          <a:solidFill>
            <a:schemeClr val="accent1"/>
          </a:solidFill>
          <a:ln w="25400">
            <a:solidFill>
              <a:schemeClr val="tx1"/>
            </a:solidFill>
            <a:prstDash val="solid"/>
            <a:headEnd/>
            <a:tailEnd/>
          </a:ln>
          <a:effectLst/>
        </p:spPr>
        <p:style>
          <a:lnRef idx="2">
            <a:schemeClr val="accent2">
              <a:shade val="50000"/>
            </a:schemeClr>
          </a:lnRef>
          <a:fillRef idx="1">
            <a:schemeClr val="accent2"/>
          </a:fillRef>
          <a:effectRef idx="0">
            <a:schemeClr val="accent2"/>
          </a:effectRef>
          <a:fontRef idx="minor">
            <a:schemeClr val="lt1"/>
          </a:fontRef>
        </p:style>
        <p:txBody>
          <a:bodyPr wrap="none"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fontAlgn="auto">
              <a:spcBef>
                <a:spcPts val="0"/>
              </a:spcBef>
              <a:spcAft>
                <a:spcPts val="0"/>
              </a:spcAft>
              <a:defRPr/>
            </a:pPr>
            <a:endParaRPr kumimoji="0" lang="ko-KR" altLang="en-US" dirty="0">
              <a:effectLst>
                <a:outerShdw blurRad="38100" dist="38100" dir="2700000" algn="tl">
                  <a:srgbClr val="000000">
                    <a:alpha val="43137"/>
                  </a:srgbClr>
                </a:outerShdw>
              </a:effectLst>
            </a:endParaRPr>
          </a:p>
        </p:txBody>
      </p:sp>
      <p:sp>
        <p:nvSpPr>
          <p:cNvPr id="63" name="AutoShape 92"/>
          <p:cNvSpPr>
            <a:spLocks noChangeArrowheads="1"/>
          </p:cNvSpPr>
          <p:nvPr/>
        </p:nvSpPr>
        <p:spPr bwMode="auto">
          <a:xfrm flipH="1">
            <a:off x="3145309" y="2960520"/>
            <a:ext cx="5278693" cy="732620"/>
          </a:xfrm>
          <a:prstGeom prst="rect">
            <a:avLst/>
          </a:prstGeom>
          <a:solidFill>
            <a:schemeClr val="accent2"/>
          </a:solidFill>
          <a:ln w="25400">
            <a:solidFill>
              <a:schemeClr val="tx1"/>
            </a:solidFill>
            <a:prstDash val="solid"/>
            <a:headEnd/>
            <a:tailEnd/>
          </a:ln>
          <a:effectLst/>
        </p:spPr>
        <p:style>
          <a:lnRef idx="2">
            <a:schemeClr val="accent2">
              <a:shade val="50000"/>
            </a:schemeClr>
          </a:lnRef>
          <a:fillRef idx="1">
            <a:schemeClr val="accent2"/>
          </a:fillRef>
          <a:effectRef idx="0">
            <a:schemeClr val="accent2"/>
          </a:effectRef>
          <a:fontRef idx="minor">
            <a:schemeClr val="lt1"/>
          </a:fontRef>
        </p:style>
        <p:txBody>
          <a:bodyPr wrap="none"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fontAlgn="auto">
              <a:spcBef>
                <a:spcPts val="0"/>
              </a:spcBef>
              <a:spcAft>
                <a:spcPts val="0"/>
              </a:spcAft>
              <a:defRPr/>
            </a:pPr>
            <a:endParaRPr kumimoji="0" lang="ko-KR" altLang="en-US" dirty="0">
              <a:effectLst>
                <a:outerShdw blurRad="38100" dist="38100" dir="2700000" algn="tl">
                  <a:srgbClr val="000000">
                    <a:alpha val="43137"/>
                  </a:srgbClr>
                </a:outerShdw>
              </a:effectLst>
            </a:endParaRPr>
          </a:p>
        </p:txBody>
      </p:sp>
      <p:sp>
        <p:nvSpPr>
          <p:cNvPr id="64" name="AutoShape 92"/>
          <p:cNvSpPr>
            <a:spLocks noChangeArrowheads="1"/>
          </p:cNvSpPr>
          <p:nvPr/>
        </p:nvSpPr>
        <p:spPr bwMode="auto">
          <a:xfrm flipH="1">
            <a:off x="3145306" y="3862929"/>
            <a:ext cx="5278694" cy="732620"/>
          </a:xfrm>
          <a:prstGeom prst="rect">
            <a:avLst/>
          </a:prstGeom>
          <a:solidFill>
            <a:schemeClr val="accent1"/>
          </a:solidFill>
          <a:ln w="25400">
            <a:solidFill>
              <a:schemeClr val="tx1"/>
            </a:solidFill>
            <a:prstDash val="solid"/>
            <a:headEnd/>
            <a:tailEnd/>
          </a:ln>
          <a:effectLst/>
        </p:spPr>
        <p:style>
          <a:lnRef idx="2">
            <a:schemeClr val="accent2">
              <a:shade val="50000"/>
            </a:schemeClr>
          </a:lnRef>
          <a:fillRef idx="1">
            <a:schemeClr val="accent2"/>
          </a:fillRef>
          <a:effectRef idx="0">
            <a:schemeClr val="accent2"/>
          </a:effectRef>
          <a:fontRef idx="minor">
            <a:schemeClr val="lt1"/>
          </a:fontRef>
        </p:style>
        <p:txBody>
          <a:bodyPr wrap="none"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fontAlgn="auto">
              <a:spcBef>
                <a:spcPts val="0"/>
              </a:spcBef>
              <a:spcAft>
                <a:spcPts val="0"/>
              </a:spcAft>
              <a:defRPr/>
            </a:pPr>
            <a:endParaRPr kumimoji="0" lang="ko-KR" altLang="en-US" dirty="0">
              <a:effectLst>
                <a:outerShdw blurRad="38100" dist="38100" dir="2700000" algn="tl">
                  <a:srgbClr val="000000">
                    <a:alpha val="43137"/>
                  </a:srgbClr>
                </a:outerShdw>
              </a:effectLst>
            </a:endParaRPr>
          </a:p>
        </p:txBody>
      </p:sp>
      <p:grpSp>
        <p:nvGrpSpPr>
          <p:cNvPr id="66" name="Group 65"/>
          <p:cNvGrpSpPr/>
          <p:nvPr/>
        </p:nvGrpSpPr>
        <p:grpSpPr>
          <a:xfrm>
            <a:off x="3305099" y="1253258"/>
            <a:ext cx="4752528" cy="546274"/>
            <a:chOff x="2299400" y="1781114"/>
            <a:chExt cx="4576856" cy="546274"/>
          </a:xfrm>
        </p:grpSpPr>
        <p:sp>
          <p:nvSpPr>
            <p:cNvPr id="67" name="TextBox 10"/>
            <p:cNvSpPr txBox="1"/>
            <p:nvPr/>
          </p:nvSpPr>
          <p:spPr bwMode="auto">
            <a:xfrm>
              <a:off x="2299400" y="1781114"/>
              <a:ext cx="4576856" cy="307777"/>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sz="1400" b="1" dirty="0">
                  <a:solidFill>
                    <a:schemeClr val="bg1"/>
                  </a:solidFill>
                  <a:cs typeface="Arial" pitchFamily="34" charset="0"/>
                </a:rPr>
                <a:t>Self Introduction</a:t>
              </a:r>
              <a:endParaRPr lang="ko-KR" altLang="en-US" sz="1400" b="1" dirty="0">
                <a:solidFill>
                  <a:schemeClr val="bg1"/>
                </a:solidFill>
                <a:cs typeface="Arial" pitchFamily="34" charset="0"/>
              </a:endParaRPr>
            </a:p>
          </p:txBody>
        </p:sp>
        <p:sp>
          <p:nvSpPr>
            <p:cNvPr id="68" name="TextBox 12"/>
            <p:cNvSpPr txBox="1"/>
            <p:nvPr/>
          </p:nvSpPr>
          <p:spPr bwMode="auto">
            <a:xfrm>
              <a:off x="2299400" y="2050389"/>
              <a:ext cx="4576856" cy="276999"/>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1200" dirty="0">
                  <a:solidFill>
                    <a:schemeClr val="bg1"/>
                  </a:solidFill>
                  <a:cs typeface="Arial" pitchFamily="34" charset="0"/>
                </a:rPr>
                <a:t>About Myself</a:t>
              </a:r>
              <a:endParaRPr lang="ko-KR" altLang="en-US" sz="1200" dirty="0">
                <a:solidFill>
                  <a:schemeClr val="bg1"/>
                </a:solidFill>
                <a:cs typeface="Arial" pitchFamily="34" charset="0"/>
              </a:endParaRPr>
            </a:p>
          </p:txBody>
        </p:sp>
      </p:grpSp>
      <p:grpSp>
        <p:nvGrpSpPr>
          <p:cNvPr id="69" name="Group 68"/>
          <p:cNvGrpSpPr/>
          <p:nvPr/>
        </p:nvGrpSpPr>
        <p:grpSpPr>
          <a:xfrm>
            <a:off x="3305099" y="2155667"/>
            <a:ext cx="4752528" cy="546274"/>
            <a:chOff x="2299400" y="1781114"/>
            <a:chExt cx="4576856" cy="546274"/>
          </a:xfrm>
        </p:grpSpPr>
        <p:sp>
          <p:nvSpPr>
            <p:cNvPr id="70" name="TextBox 10"/>
            <p:cNvSpPr txBox="1"/>
            <p:nvPr/>
          </p:nvSpPr>
          <p:spPr bwMode="auto">
            <a:xfrm>
              <a:off x="2299400" y="1781114"/>
              <a:ext cx="4576856" cy="276999"/>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sz="1200" b="1" dirty="0">
                  <a:solidFill>
                    <a:schemeClr val="bg1"/>
                  </a:solidFill>
                  <a:cs typeface="Arial" pitchFamily="34" charset="0"/>
                </a:rPr>
                <a:t>Company Introduction</a:t>
              </a:r>
              <a:endParaRPr lang="ko-KR" altLang="en-US" sz="1200" b="1" dirty="0">
                <a:solidFill>
                  <a:schemeClr val="bg1"/>
                </a:solidFill>
                <a:cs typeface="Arial" pitchFamily="34" charset="0"/>
              </a:endParaRPr>
            </a:p>
          </p:txBody>
        </p:sp>
        <p:sp>
          <p:nvSpPr>
            <p:cNvPr id="71" name="TextBox 12"/>
            <p:cNvSpPr txBox="1"/>
            <p:nvPr/>
          </p:nvSpPr>
          <p:spPr bwMode="auto">
            <a:xfrm>
              <a:off x="2299400" y="2050389"/>
              <a:ext cx="4576856" cy="276999"/>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1200" dirty="0">
                  <a:solidFill>
                    <a:schemeClr val="bg1"/>
                  </a:solidFill>
                  <a:cs typeface="Arial" pitchFamily="34" charset="0"/>
                </a:rPr>
                <a:t>Details About the company of Summer Internship</a:t>
              </a:r>
              <a:endParaRPr lang="ko-KR" altLang="en-US" sz="1200" dirty="0">
                <a:solidFill>
                  <a:schemeClr val="bg1"/>
                </a:solidFill>
                <a:cs typeface="Arial" pitchFamily="34" charset="0"/>
              </a:endParaRPr>
            </a:p>
          </p:txBody>
        </p:sp>
      </p:grpSp>
      <p:grpSp>
        <p:nvGrpSpPr>
          <p:cNvPr id="72" name="Group 71"/>
          <p:cNvGrpSpPr/>
          <p:nvPr/>
        </p:nvGrpSpPr>
        <p:grpSpPr>
          <a:xfrm>
            <a:off x="3305099" y="3058076"/>
            <a:ext cx="4752528" cy="546274"/>
            <a:chOff x="2299400" y="1781114"/>
            <a:chExt cx="4576856" cy="546274"/>
          </a:xfrm>
        </p:grpSpPr>
        <p:sp>
          <p:nvSpPr>
            <p:cNvPr id="73" name="TextBox 10"/>
            <p:cNvSpPr txBox="1"/>
            <p:nvPr/>
          </p:nvSpPr>
          <p:spPr bwMode="auto">
            <a:xfrm>
              <a:off x="2299400" y="1781114"/>
              <a:ext cx="4576856" cy="307777"/>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sz="1400" b="1" dirty="0">
                  <a:solidFill>
                    <a:schemeClr val="bg1"/>
                  </a:solidFill>
                  <a:cs typeface="Arial" pitchFamily="34" charset="0"/>
                </a:rPr>
                <a:t>Project Name &amp; Objective</a:t>
              </a:r>
              <a:endParaRPr lang="ko-KR" altLang="en-US" sz="1400" b="1" dirty="0">
                <a:solidFill>
                  <a:schemeClr val="bg1"/>
                </a:solidFill>
                <a:cs typeface="Arial" pitchFamily="34" charset="0"/>
              </a:endParaRPr>
            </a:p>
          </p:txBody>
        </p:sp>
        <p:sp>
          <p:nvSpPr>
            <p:cNvPr id="74" name="TextBox 12"/>
            <p:cNvSpPr txBox="1"/>
            <p:nvPr/>
          </p:nvSpPr>
          <p:spPr bwMode="auto">
            <a:xfrm>
              <a:off x="2299400" y="2050389"/>
              <a:ext cx="4576856" cy="276999"/>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1200" dirty="0">
                  <a:solidFill>
                    <a:schemeClr val="bg1"/>
                  </a:solidFill>
                  <a:cs typeface="Arial" pitchFamily="34" charset="0"/>
                </a:rPr>
                <a:t>Details about my Project </a:t>
              </a:r>
              <a:endParaRPr lang="ko-KR" altLang="en-US" sz="1200" dirty="0">
                <a:solidFill>
                  <a:schemeClr val="bg1"/>
                </a:solidFill>
                <a:cs typeface="Arial" pitchFamily="34" charset="0"/>
              </a:endParaRPr>
            </a:p>
          </p:txBody>
        </p:sp>
      </p:grpSp>
      <p:grpSp>
        <p:nvGrpSpPr>
          <p:cNvPr id="75" name="Group 74"/>
          <p:cNvGrpSpPr/>
          <p:nvPr/>
        </p:nvGrpSpPr>
        <p:grpSpPr>
          <a:xfrm>
            <a:off x="3305099" y="3960485"/>
            <a:ext cx="4752528" cy="546274"/>
            <a:chOff x="2299400" y="1781114"/>
            <a:chExt cx="4576856" cy="546274"/>
          </a:xfrm>
        </p:grpSpPr>
        <p:sp>
          <p:nvSpPr>
            <p:cNvPr id="76" name="TextBox 10"/>
            <p:cNvSpPr txBox="1"/>
            <p:nvPr/>
          </p:nvSpPr>
          <p:spPr bwMode="auto">
            <a:xfrm>
              <a:off x="2299400" y="1781114"/>
              <a:ext cx="4576856" cy="307777"/>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sz="1400" b="1" dirty="0">
                  <a:solidFill>
                    <a:schemeClr val="bg1"/>
                  </a:solidFill>
                  <a:cs typeface="Arial" pitchFamily="34" charset="0"/>
                </a:rPr>
                <a:t>Modules &amp; Conclusion</a:t>
              </a:r>
              <a:endParaRPr lang="ko-KR" altLang="en-US" sz="1400" b="1" dirty="0">
                <a:solidFill>
                  <a:schemeClr val="bg1"/>
                </a:solidFill>
                <a:cs typeface="Arial" pitchFamily="34" charset="0"/>
              </a:endParaRPr>
            </a:p>
          </p:txBody>
        </p:sp>
        <p:sp>
          <p:nvSpPr>
            <p:cNvPr id="77" name="TextBox 12"/>
            <p:cNvSpPr txBox="1"/>
            <p:nvPr/>
          </p:nvSpPr>
          <p:spPr bwMode="auto">
            <a:xfrm>
              <a:off x="2299400" y="2050389"/>
              <a:ext cx="4576856" cy="276999"/>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1200" dirty="0">
                  <a:solidFill>
                    <a:schemeClr val="bg1"/>
                  </a:solidFill>
                  <a:cs typeface="Arial" pitchFamily="34" charset="0"/>
                </a:rPr>
                <a:t>Descriptive Approach</a:t>
              </a:r>
              <a:endParaRPr lang="ko-KR" altLang="en-US" sz="1200" dirty="0">
                <a:solidFill>
                  <a:schemeClr val="bg1"/>
                </a:solidFill>
                <a:cs typeface="Arial" pitchFamily="34" charset="0"/>
              </a:endParaRPr>
            </a:p>
          </p:txBody>
        </p:sp>
      </p:grpSp>
      <p:pic>
        <p:nvPicPr>
          <p:cNvPr id="23" name="Picture 22">
            <a:extLst>
              <a:ext uri="{FF2B5EF4-FFF2-40B4-BE49-F238E27FC236}">
                <a16:creationId xmlns:a16="http://schemas.microsoft.com/office/drawing/2014/main" id="{71F5BFA2-0C09-4325-9CFD-5A9E83813B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00392" y="215951"/>
            <a:ext cx="824124" cy="391214"/>
          </a:xfrm>
          <a:prstGeom prst="rect">
            <a:avLst/>
          </a:prstGeom>
        </p:spPr>
      </p:pic>
    </p:spTree>
    <p:extLst>
      <p:ext uri="{BB962C8B-B14F-4D97-AF65-F5344CB8AC3E}">
        <p14:creationId xmlns:p14="http://schemas.microsoft.com/office/powerpoint/2010/main" val="293078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4346567" y="1479791"/>
            <a:ext cx="4169522" cy="2172079"/>
            <a:chOff x="4130543" y="1635646"/>
            <a:chExt cx="4169522" cy="2172079"/>
          </a:xfrm>
        </p:grpSpPr>
        <p:sp>
          <p:nvSpPr>
            <p:cNvPr id="8" name="TextBox 7"/>
            <p:cNvSpPr txBox="1"/>
            <p:nvPr/>
          </p:nvSpPr>
          <p:spPr>
            <a:xfrm>
              <a:off x="4130543" y="2283718"/>
              <a:ext cx="4169522" cy="1524007"/>
            </a:xfrm>
            <a:prstGeom prst="rect">
              <a:avLst/>
            </a:prstGeom>
            <a:noFill/>
          </p:spPr>
          <p:txBody>
            <a:bodyPr wrap="square" rtlCol="0">
              <a:spAutoFit/>
            </a:bodyPr>
            <a:lstStyle/>
            <a:p>
              <a:pPr>
                <a:lnSpc>
                  <a:spcPct val="150000"/>
                </a:lnSpc>
              </a:pPr>
              <a:r>
                <a:rPr lang="en-US" altLang="ko-KR" sz="1600" b="1" dirty="0">
                  <a:solidFill>
                    <a:schemeClr val="tx1">
                      <a:lumMod val="75000"/>
                      <a:lumOff val="25000"/>
                    </a:schemeClr>
                  </a:solidFill>
                  <a:cs typeface="Arial" pitchFamily="34" charset="0"/>
                </a:rPr>
                <a:t>Course</a:t>
              </a:r>
              <a:r>
                <a:rPr lang="en-US" altLang="ko-KR" sz="1600" dirty="0">
                  <a:solidFill>
                    <a:schemeClr val="tx1">
                      <a:lumMod val="75000"/>
                      <a:lumOff val="25000"/>
                    </a:schemeClr>
                  </a:solidFill>
                  <a:cs typeface="Arial" pitchFamily="34" charset="0"/>
                </a:rPr>
                <a:t>: B.Tech in Computer Science &amp; Engineering</a:t>
              </a:r>
            </a:p>
            <a:p>
              <a:pPr>
                <a:lnSpc>
                  <a:spcPct val="150000"/>
                </a:lnSpc>
              </a:pPr>
              <a:r>
                <a:rPr lang="en-US" altLang="ko-KR" sz="1600" b="1" dirty="0">
                  <a:solidFill>
                    <a:schemeClr val="tx1">
                      <a:lumMod val="75000"/>
                      <a:lumOff val="25000"/>
                    </a:schemeClr>
                  </a:solidFill>
                  <a:cs typeface="Arial" pitchFamily="34" charset="0"/>
                </a:rPr>
                <a:t>College</a:t>
              </a:r>
              <a:r>
                <a:rPr lang="en-US" altLang="ko-KR" sz="1600" dirty="0">
                  <a:solidFill>
                    <a:schemeClr val="tx1">
                      <a:lumMod val="75000"/>
                      <a:lumOff val="25000"/>
                    </a:schemeClr>
                  </a:solidFill>
                  <a:cs typeface="Arial" pitchFamily="34" charset="0"/>
                </a:rPr>
                <a:t>: Goel Institute of Technology &amp; Management, Lucknow</a:t>
              </a:r>
            </a:p>
          </p:txBody>
        </p:sp>
        <p:sp>
          <p:nvSpPr>
            <p:cNvPr id="9" name="Text Placeholder 13"/>
            <p:cNvSpPr txBox="1">
              <a:spLocks/>
            </p:cNvSpPr>
            <p:nvPr/>
          </p:nvSpPr>
          <p:spPr>
            <a:xfrm>
              <a:off x="4130543" y="1635646"/>
              <a:ext cx="4169522" cy="576064"/>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ko-KR" sz="3600" b="1" dirty="0">
                  <a:solidFill>
                    <a:schemeClr val="tx1">
                      <a:lumMod val="75000"/>
                      <a:lumOff val="25000"/>
                    </a:schemeClr>
                  </a:solidFill>
                  <a:latin typeface="+mj-lt"/>
                  <a:cs typeface="Arial" pitchFamily="34" charset="0"/>
                </a:rPr>
                <a:t>Manish Sharma</a:t>
              </a:r>
              <a:endParaRPr lang="ko-KR" altLang="en-US" sz="3600" b="1" dirty="0">
                <a:solidFill>
                  <a:schemeClr val="tx1">
                    <a:lumMod val="75000"/>
                    <a:lumOff val="25000"/>
                  </a:schemeClr>
                </a:solidFill>
                <a:latin typeface="+mj-lt"/>
                <a:cs typeface="Arial" pitchFamily="34" charset="0"/>
              </a:endParaRPr>
            </a:p>
          </p:txBody>
        </p:sp>
      </p:grpSp>
      <p:pic>
        <p:nvPicPr>
          <p:cNvPr id="6" name="Picture 5">
            <a:extLst>
              <a:ext uri="{FF2B5EF4-FFF2-40B4-BE49-F238E27FC236}">
                <a16:creationId xmlns:a16="http://schemas.microsoft.com/office/drawing/2014/main" id="{07619BD6-8198-430D-9F74-9BD8C467906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00392" y="215951"/>
            <a:ext cx="824124" cy="391214"/>
          </a:xfrm>
          <a:prstGeom prst="rect">
            <a:avLst/>
          </a:prstGeom>
        </p:spPr>
      </p:pic>
      <p:sp>
        <p:nvSpPr>
          <p:cNvPr id="5" name="TextBox 4">
            <a:extLst>
              <a:ext uri="{FF2B5EF4-FFF2-40B4-BE49-F238E27FC236}">
                <a16:creationId xmlns:a16="http://schemas.microsoft.com/office/drawing/2014/main" id="{91E4A174-20A0-43C2-98DB-9F795753CC1C}"/>
              </a:ext>
            </a:extLst>
          </p:cNvPr>
          <p:cNvSpPr txBox="1"/>
          <p:nvPr/>
        </p:nvSpPr>
        <p:spPr>
          <a:xfrm>
            <a:off x="323528" y="215951"/>
            <a:ext cx="4392488" cy="523220"/>
          </a:xfrm>
          <a:prstGeom prst="rect">
            <a:avLst/>
          </a:prstGeom>
          <a:noFill/>
        </p:spPr>
        <p:txBody>
          <a:bodyPr wrap="square" rtlCol="0">
            <a:spAutoFit/>
          </a:bodyPr>
          <a:lstStyle/>
          <a:p>
            <a:pPr>
              <a:spcBef>
                <a:spcPct val="0"/>
              </a:spcBef>
            </a:pPr>
            <a:r>
              <a:rPr lang="en-IN" sz="2800" b="1" dirty="0">
                <a:latin typeface="+mj-lt"/>
                <a:ea typeface="+mj-ea"/>
                <a:cs typeface="+mj-cs"/>
              </a:rPr>
              <a:t>Self Introduction</a:t>
            </a:r>
          </a:p>
        </p:txBody>
      </p:sp>
      <p:pic>
        <p:nvPicPr>
          <p:cNvPr id="10" name="Picture Placeholder 9">
            <a:extLst>
              <a:ext uri="{FF2B5EF4-FFF2-40B4-BE49-F238E27FC236}">
                <a16:creationId xmlns:a16="http://schemas.microsoft.com/office/drawing/2014/main" id="{10F44672-E1E6-424C-8B6A-1FA6BE388180}"/>
              </a:ext>
            </a:extLst>
          </p:cNvPr>
          <p:cNvPicPr>
            <a:picLocks noGrp="1" noChangeAspect="1"/>
          </p:cNvPicPr>
          <p:nvPr>
            <p:ph type="pic" idx="11"/>
          </p:nvPr>
        </p:nvPicPr>
        <p:blipFill rotWithShape="1">
          <a:blip r:embed="rId3" cstate="print">
            <a:extLst>
              <a:ext uri="{28A0092B-C50C-407E-A947-70E740481C1C}">
                <a14:useLocalDpi xmlns:a14="http://schemas.microsoft.com/office/drawing/2010/main" val="0"/>
              </a:ext>
            </a:extLst>
          </a:blip>
          <a:srcRect l="152" t="7457" r="152"/>
          <a:stretch/>
        </p:blipFill>
        <p:spPr>
          <a:xfrm>
            <a:off x="1547944" y="1491630"/>
            <a:ext cx="2447992" cy="2332094"/>
          </a:xfrm>
        </p:spPr>
      </p:pic>
    </p:spTree>
    <p:extLst>
      <p:ext uri="{BB962C8B-B14F-4D97-AF65-F5344CB8AC3E}">
        <p14:creationId xmlns:p14="http://schemas.microsoft.com/office/powerpoint/2010/main" val="3825862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7">
            <a:extLst>
              <a:ext uri="{FF2B5EF4-FFF2-40B4-BE49-F238E27FC236}">
                <a16:creationId xmlns:a16="http://schemas.microsoft.com/office/drawing/2014/main" id="{3EF0D236-2FD3-4CCF-AE6E-97342B28434D}"/>
              </a:ext>
            </a:extLst>
          </p:cNvPr>
          <p:cNvSpPr>
            <a:spLocks noGrp="1"/>
          </p:cNvSpPr>
          <p:nvPr>
            <p:ph type="title"/>
          </p:nvPr>
        </p:nvSpPr>
        <p:spPr/>
        <p:txBody>
          <a:bodyPr/>
          <a:lstStyle/>
          <a:p>
            <a:r>
              <a:rPr lang="en-US" altLang="ko-KR" dirty="0"/>
              <a:t>Our </a:t>
            </a:r>
            <a:r>
              <a:rPr lang="en-US" altLang="ko-KR" dirty="0">
                <a:solidFill>
                  <a:schemeClr val="accent1">
                    <a:lumMod val="75000"/>
                  </a:schemeClr>
                </a:solidFill>
              </a:rPr>
              <a:t>Project</a:t>
            </a:r>
            <a:r>
              <a:rPr lang="en-US" altLang="ko-KR" dirty="0"/>
              <a:t> </a:t>
            </a:r>
            <a:r>
              <a:rPr lang="en-US" altLang="ko-KR" dirty="0">
                <a:solidFill>
                  <a:schemeClr val="tx1"/>
                </a:solidFill>
              </a:rPr>
              <a:t>Team</a:t>
            </a:r>
            <a:endParaRPr lang="ko-KR" altLang="en-US" dirty="0">
              <a:solidFill>
                <a:schemeClr val="tx1"/>
              </a:solidFill>
            </a:endParaRPr>
          </a:p>
        </p:txBody>
      </p:sp>
      <p:sp>
        <p:nvSpPr>
          <p:cNvPr id="14" name="TextBox 13"/>
          <p:cNvSpPr txBox="1"/>
          <p:nvPr/>
        </p:nvSpPr>
        <p:spPr>
          <a:xfrm>
            <a:off x="1011647" y="1014169"/>
            <a:ext cx="6948344" cy="276999"/>
          </a:xfrm>
          <a:prstGeom prst="rect">
            <a:avLst/>
          </a:prstGeom>
          <a:noFill/>
        </p:spPr>
        <p:txBody>
          <a:bodyPr wrap="square" rtlCol="0">
            <a:spAutoFit/>
          </a:bodyPr>
          <a:lstStyle/>
          <a:p>
            <a:pPr algn="ctr"/>
            <a:r>
              <a:rPr lang="en-US" altLang="ko-KR" sz="1200" dirty="0">
                <a:solidFill>
                  <a:schemeClr val="tx1">
                    <a:lumMod val="75000"/>
                    <a:lumOff val="25000"/>
                  </a:schemeClr>
                </a:solidFill>
                <a:cs typeface="Arial" pitchFamily="34" charset="0"/>
              </a:rPr>
              <a:t>This is our team who have worked together on our project which we are going to demonstrate today. </a:t>
            </a:r>
          </a:p>
        </p:txBody>
      </p:sp>
      <p:grpSp>
        <p:nvGrpSpPr>
          <p:cNvPr id="18" name="Group 17"/>
          <p:cNvGrpSpPr/>
          <p:nvPr/>
        </p:nvGrpSpPr>
        <p:grpSpPr>
          <a:xfrm>
            <a:off x="6309295" y="3530302"/>
            <a:ext cx="1843164" cy="731188"/>
            <a:chOff x="3779911" y="3327771"/>
            <a:chExt cx="1592226" cy="731188"/>
          </a:xfrm>
        </p:grpSpPr>
        <p:sp>
          <p:nvSpPr>
            <p:cNvPr id="19" name="Text Placeholder 17"/>
            <p:cNvSpPr txBox="1">
              <a:spLocks/>
            </p:cNvSpPr>
            <p:nvPr/>
          </p:nvSpPr>
          <p:spPr>
            <a:xfrm>
              <a:off x="3779911" y="3327771"/>
              <a:ext cx="1584177" cy="246087"/>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400" b="1" dirty="0">
                  <a:solidFill>
                    <a:schemeClr val="tx1">
                      <a:lumMod val="75000"/>
                      <a:lumOff val="25000"/>
                    </a:schemeClr>
                  </a:solidFill>
                  <a:cs typeface="Arial" pitchFamily="34" charset="0"/>
                </a:rPr>
                <a:t> Rahul Kumar</a:t>
              </a:r>
            </a:p>
          </p:txBody>
        </p:sp>
        <p:sp>
          <p:nvSpPr>
            <p:cNvPr id="20" name="Text Placeholder 18"/>
            <p:cNvSpPr txBox="1">
              <a:spLocks/>
            </p:cNvSpPr>
            <p:nvPr/>
          </p:nvSpPr>
          <p:spPr>
            <a:xfrm>
              <a:off x="3787960" y="3809379"/>
              <a:ext cx="1584177" cy="249580"/>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200" b="1" dirty="0">
                  <a:solidFill>
                    <a:schemeClr val="accent2"/>
                  </a:solidFill>
                  <a:cs typeface="Arial" pitchFamily="34" charset="0"/>
                </a:rPr>
                <a:t>B.Tech – CSE</a:t>
              </a:r>
            </a:p>
            <a:p>
              <a:pPr marL="0" indent="0" algn="ctr">
                <a:buNone/>
              </a:pPr>
              <a:r>
                <a:rPr lang="en-US" sz="1200" b="1" dirty="0">
                  <a:solidFill>
                    <a:schemeClr val="accent2"/>
                  </a:solidFill>
                  <a:cs typeface="Arial" pitchFamily="34" charset="0"/>
                </a:rPr>
                <a:t>III Year</a:t>
              </a:r>
            </a:p>
            <a:p>
              <a:pPr marL="0" indent="0" algn="ctr">
                <a:buNone/>
              </a:pPr>
              <a:endParaRPr lang="en-US" sz="1200" b="1" dirty="0">
                <a:solidFill>
                  <a:schemeClr val="accent2"/>
                </a:solidFill>
                <a:cs typeface="Arial" pitchFamily="34" charset="0"/>
              </a:endParaRPr>
            </a:p>
          </p:txBody>
        </p:sp>
      </p:grpSp>
      <p:grpSp>
        <p:nvGrpSpPr>
          <p:cNvPr id="22" name="Group 21"/>
          <p:cNvGrpSpPr/>
          <p:nvPr/>
        </p:nvGrpSpPr>
        <p:grpSpPr>
          <a:xfrm>
            <a:off x="3660022" y="3530302"/>
            <a:ext cx="1833846" cy="615958"/>
            <a:chOff x="3779911" y="3327771"/>
            <a:chExt cx="1584177" cy="615958"/>
          </a:xfrm>
        </p:grpSpPr>
        <p:sp>
          <p:nvSpPr>
            <p:cNvPr id="23" name="Text Placeholder 17"/>
            <p:cNvSpPr txBox="1">
              <a:spLocks/>
            </p:cNvSpPr>
            <p:nvPr/>
          </p:nvSpPr>
          <p:spPr>
            <a:xfrm>
              <a:off x="3779911" y="3327771"/>
              <a:ext cx="1584177" cy="246087"/>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400" b="1" dirty="0" err="1">
                  <a:solidFill>
                    <a:schemeClr val="tx1">
                      <a:lumMod val="75000"/>
                      <a:lumOff val="25000"/>
                    </a:schemeClr>
                  </a:solidFill>
                  <a:cs typeface="Arial" pitchFamily="34" charset="0"/>
                </a:rPr>
                <a:t>Tushendra</a:t>
              </a:r>
              <a:r>
                <a:rPr lang="en-US" sz="1400" b="1" dirty="0">
                  <a:solidFill>
                    <a:schemeClr val="tx1">
                      <a:lumMod val="75000"/>
                      <a:lumOff val="25000"/>
                    </a:schemeClr>
                  </a:solidFill>
                  <a:cs typeface="Arial" pitchFamily="34" charset="0"/>
                </a:rPr>
                <a:t> Kumar</a:t>
              </a:r>
            </a:p>
          </p:txBody>
        </p:sp>
        <p:sp>
          <p:nvSpPr>
            <p:cNvPr id="24" name="Text Placeholder 18"/>
            <p:cNvSpPr txBox="1">
              <a:spLocks/>
            </p:cNvSpPr>
            <p:nvPr/>
          </p:nvSpPr>
          <p:spPr>
            <a:xfrm>
              <a:off x="3779911" y="3694149"/>
              <a:ext cx="1584177" cy="249580"/>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200" b="1" dirty="0">
                  <a:solidFill>
                    <a:schemeClr val="accent2"/>
                  </a:solidFill>
                  <a:cs typeface="Arial" pitchFamily="34" charset="0"/>
                </a:rPr>
                <a:t>B.Tech – CSE</a:t>
              </a:r>
            </a:p>
            <a:p>
              <a:pPr marL="0" indent="0" algn="ctr">
                <a:buNone/>
              </a:pPr>
              <a:r>
                <a:rPr lang="en-US" sz="1200" b="1" dirty="0">
                  <a:solidFill>
                    <a:schemeClr val="accent2"/>
                  </a:solidFill>
                  <a:cs typeface="Arial" pitchFamily="34" charset="0"/>
                </a:rPr>
                <a:t>III Year</a:t>
              </a:r>
            </a:p>
          </p:txBody>
        </p:sp>
      </p:grpSp>
      <p:grpSp>
        <p:nvGrpSpPr>
          <p:cNvPr id="26" name="Group 25"/>
          <p:cNvGrpSpPr/>
          <p:nvPr/>
        </p:nvGrpSpPr>
        <p:grpSpPr>
          <a:xfrm>
            <a:off x="980702" y="3530302"/>
            <a:ext cx="1833846" cy="697632"/>
            <a:chOff x="3779911" y="3327771"/>
            <a:chExt cx="1584177" cy="517050"/>
          </a:xfrm>
        </p:grpSpPr>
        <p:sp>
          <p:nvSpPr>
            <p:cNvPr id="27" name="Text Placeholder 17"/>
            <p:cNvSpPr txBox="1">
              <a:spLocks/>
            </p:cNvSpPr>
            <p:nvPr/>
          </p:nvSpPr>
          <p:spPr>
            <a:xfrm>
              <a:off x="3779911" y="3327771"/>
              <a:ext cx="1584177" cy="246087"/>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400" b="1" dirty="0">
                  <a:solidFill>
                    <a:schemeClr val="tx1">
                      <a:lumMod val="75000"/>
                      <a:lumOff val="25000"/>
                    </a:schemeClr>
                  </a:solidFill>
                  <a:cs typeface="Arial" pitchFamily="34" charset="0"/>
                </a:rPr>
                <a:t>Rahul</a:t>
              </a:r>
            </a:p>
          </p:txBody>
        </p:sp>
        <p:sp>
          <p:nvSpPr>
            <p:cNvPr id="28" name="Text Placeholder 18"/>
            <p:cNvSpPr txBox="1">
              <a:spLocks/>
            </p:cNvSpPr>
            <p:nvPr/>
          </p:nvSpPr>
          <p:spPr>
            <a:xfrm>
              <a:off x="3779911" y="3595241"/>
              <a:ext cx="1584177" cy="249580"/>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200" b="1" dirty="0">
                  <a:solidFill>
                    <a:schemeClr val="accent2"/>
                  </a:solidFill>
                  <a:cs typeface="Arial" pitchFamily="34" charset="0"/>
                </a:rPr>
                <a:t>B.Tech – CSE</a:t>
              </a:r>
            </a:p>
            <a:p>
              <a:pPr marL="0" indent="0" algn="ctr">
                <a:buNone/>
              </a:pPr>
              <a:r>
                <a:rPr lang="en-US" sz="1200" b="1" dirty="0">
                  <a:solidFill>
                    <a:schemeClr val="accent2"/>
                  </a:solidFill>
                  <a:cs typeface="Arial" pitchFamily="34" charset="0"/>
                </a:rPr>
                <a:t>III Year</a:t>
              </a:r>
            </a:p>
          </p:txBody>
        </p:sp>
      </p:grpSp>
      <p:pic>
        <p:nvPicPr>
          <p:cNvPr id="30" name="Picture 29">
            <a:extLst>
              <a:ext uri="{FF2B5EF4-FFF2-40B4-BE49-F238E27FC236}">
                <a16:creationId xmlns:a16="http://schemas.microsoft.com/office/drawing/2014/main" id="{031B2E9B-0B47-4CF7-8BA9-0106934110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00392" y="215951"/>
            <a:ext cx="824124" cy="391214"/>
          </a:xfrm>
          <a:prstGeom prst="rect">
            <a:avLst/>
          </a:prstGeom>
        </p:spPr>
      </p:pic>
      <p:sp>
        <p:nvSpPr>
          <p:cNvPr id="3" name="Picture Placeholder 2">
            <a:extLst>
              <a:ext uri="{FF2B5EF4-FFF2-40B4-BE49-F238E27FC236}">
                <a16:creationId xmlns:a16="http://schemas.microsoft.com/office/drawing/2014/main" id="{F1620380-FFEA-4F38-9B06-B612044441C6}"/>
              </a:ext>
            </a:extLst>
          </p:cNvPr>
          <p:cNvSpPr>
            <a:spLocks noGrp="1"/>
          </p:cNvSpPr>
          <p:nvPr>
            <p:ph type="pic" idx="10"/>
          </p:nvPr>
        </p:nvSpPr>
        <p:spPr/>
      </p:sp>
      <p:sp>
        <p:nvSpPr>
          <p:cNvPr id="5" name="Picture Placeholder 4">
            <a:extLst>
              <a:ext uri="{FF2B5EF4-FFF2-40B4-BE49-F238E27FC236}">
                <a16:creationId xmlns:a16="http://schemas.microsoft.com/office/drawing/2014/main" id="{042AE47B-9051-4235-9D21-3719D15F97ED}"/>
              </a:ext>
            </a:extLst>
          </p:cNvPr>
          <p:cNvSpPr>
            <a:spLocks noGrp="1"/>
          </p:cNvSpPr>
          <p:nvPr>
            <p:ph type="pic" idx="11"/>
          </p:nvPr>
        </p:nvSpPr>
        <p:spPr/>
      </p:sp>
      <p:sp>
        <p:nvSpPr>
          <p:cNvPr id="7" name="Picture Placeholder 6">
            <a:extLst>
              <a:ext uri="{FF2B5EF4-FFF2-40B4-BE49-F238E27FC236}">
                <a16:creationId xmlns:a16="http://schemas.microsoft.com/office/drawing/2014/main" id="{0C0C00C7-BD65-4203-8AA6-071C3FB8D0FB}"/>
              </a:ext>
            </a:extLst>
          </p:cNvPr>
          <p:cNvSpPr>
            <a:spLocks noGrp="1"/>
          </p:cNvSpPr>
          <p:nvPr>
            <p:ph type="pic" idx="12"/>
          </p:nvPr>
        </p:nvSpPr>
        <p:spPr/>
      </p:sp>
    </p:spTree>
    <p:extLst>
      <p:ext uri="{BB962C8B-B14F-4D97-AF65-F5344CB8AC3E}">
        <p14:creationId xmlns:p14="http://schemas.microsoft.com/office/powerpoint/2010/main" val="25744162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3347864" y="2098821"/>
            <a:ext cx="5472608" cy="542078"/>
          </a:xfrm>
        </p:spPr>
        <p:txBody>
          <a:bodyPr/>
          <a:lstStyle/>
          <a:p>
            <a:r>
              <a:rPr lang="en-US" altLang="ko-KR" dirty="0"/>
              <a:t>SOFTPRO INDIA </a:t>
            </a:r>
            <a:endParaRPr lang="ko-KR" altLang="en-US" dirty="0"/>
          </a:p>
        </p:txBody>
      </p:sp>
      <p:sp>
        <p:nvSpPr>
          <p:cNvPr id="10" name="Text Placeholder 9"/>
          <p:cNvSpPr>
            <a:spLocks noGrp="1"/>
          </p:cNvSpPr>
          <p:nvPr>
            <p:ph type="body" sz="quarter" idx="10"/>
          </p:nvPr>
        </p:nvSpPr>
        <p:spPr>
          <a:xfrm>
            <a:off x="3353047" y="2640899"/>
            <a:ext cx="5472608" cy="276687"/>
          </a:xfrm>
        </p:spPr>
        <p:txBody>
          <a:bodyPr/>
          <a:lstStyle/>
          <a:p>
            <a:r>
              <a:rPr lang="en-US" altLang="ko-KR" sz="1700" dirty="0">
                <a:cs typeface="Arial" pitchFamily="34" charset="0"/>
              </a:rPr>
              <a:t>Computer Technologies (P) Limited</a:t>
            </a:r>
            <a:endParaRPr lang="ko-KR" altLang="en-US" sz="1700" dirty="0">
              <a:cs typeface="Arial" pitchFamily="34" charset="0"/>
            </a:endParaRPr>
          </a:p>
        </p:txBody>
      </p:sp>
      <p:sp>
        <p:nvSpPr>
          <p:cNvPr id="2" name="TextBox 1">
            <a:extLst>
              <a:ext uri="{FF2B5EF4-FFF2-40B4-BE49-F238E27FC236}">
                <a16:creationId xmlns:a16="http://schemas.microsoft.com/office/drawing/2014/main" id="{B7F985DD-7FC6-4AB9-BB6F-DF8ADA045726}"/>
              </a:ext>
            </a:extLst>
          </p:cNvPr>
          <p:cNvSpPr txBox="1"/>
          <p:nvPr/>
        </p:nvSpPr>
        <p:spPr>
          <a:xfrm>
            <a:off x="219484" y="204792"/>
            <a:ext cx="5472608" cy="523220"/>
          </a:xfrm>
          <a:prstGeom prst="rect">
            <a:avLst/>
          </a:prstGeom>
          <a:noFill/>
        </p:spPr>
        <p:txBody>
          <a:bodyPr wrap="square" rtlCol="0">
            <a:spAutoFit/>
          </a:bodyPr>
          <a:lstStyle/>
          <a:p>
            <a:pPr>
              <a:spcBef>
                <a:spcPct val="0"/>
              </a:spcBef>
            </a:pPr>
            <a:r>
              <a:rPr lang="en-IN" sz="2800" b="1" dirty="0">
                <a:latin typeface="+mj-lt"/>
                <a:ea typeface="+mj-ea"/>
                <a:cs typeface="+mj-cs"/>
              </a:rPr>
              <a:t>Company Introduction</a:t>
            </a:r>
          </a:p>
        </p:txBody>
      </p:sp>
      <p:pic>
        <p:nvPicPr>
          <p:cNvPr id="5" name="Picture 4">
            <a:extLst>
              <a:ext uri="{FF2B5EF4-FFF2-40B4-BE49-F238E27FC236}">
                <a16:creationId xmlns:a16="http://schemas.microsoft.com/office/drawing/2014/main" id="{7987C924-1A52-4D2D-9276-1675DCA4295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00392" y="215951"/>
            <a:ext cx="824124" cy="391214"/>
          </a:xfrm>
          <a:prstGeom prst="rect">
            <a:avLst/>
          </a:prstGeom>
        </p:spPr>
      </p:pic>
      <p:sp>
        <p:nvSpPr>
          <p:cNvPr id="6" name="Text Placeholder 9">
            <a:extLst>
              <a:ext uri="{FF2B5EF4-FFF2-40B4-BE49-F238E27FC236}">
                <a16:creationId xmlns:a16="http://schemas.microsoft.com/office/drawing/2014/main" id="{9B38DEF4-CAC3-48F9-8F93-69BC985D1F2F}"/>
              </a:ext>
            </a:extLst>
          </p:cNvPr>
          <p:cNvSpPr txBox="1">
            <a:spLocks/>
          </p:cNvSpPr>
          <p:nvPr/>
        </p:nvSpPr>
        <p:spPr>
          <a:xfrm>
            <a:off x="3347864" y="3003798"/>
            <a:ext cx="5472608" cy="276687"/>
          </a:xfrm>
          <a:prstGeom prst="rect">
            <a:avLst/>
          </a:prstGeom>
        </p:spPr>
        <p:txBody>
          <a:bodyPr lIns="108000" anchor="ctr"/>
          <a:lstStyle>
            <a:lvl1pPr marL="0" indent="0" algn="l" defTabSz="914400" rtl="0" eaLnBrk="1" latinLnBrk="1" hangingPunct="1">
              <a:spcBef>
                <a:spcPct val="20000"/>
              </a:spcBef>
              <a:buFont typeface="Arial" pitchFamily="34" charset="0"/>
              <a:buNone/>
              <a:defRPr sz="1400" kern="1200" baseline="0">
                <a:solidFill>
                  <a:schemeClr val="tx1"/>
                </a:solidFill>
                <a:effectLst/>
                <a:latin typeface="+mn-lt"/>
                <a:ea typeface="+mn-ea"/>
                <a:cs typeface="Arial" pitchFamily="34" charset="0"/>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r>
              <a:rPr lang="en-US" altLang="ko-KR" sz="1700" dirty="0"/>
              <a:t> Bridging The Technology G</a:t>
            </a:r>
            <a:r>
              <a:rPr lang="en-US" altLang="ko-KR" sz="1700" i="1" dirty="0"/>
              <a:t>A</a:t>
            </a:r>
            <a:r>
              <a:rPr lang="en-US" altLang="ko-KR" sz="1700" dirty="0"/>
              <a:t>P</a:t>
            </a:r>
            <a:endParaRPr lang="ko-KR" altLang="en-US" sz="1700" dirty="0"/>
          </a:p>
        </p:txBody>
      </p:sp>
      <p:pic>
        <p:nvPicPr>
          <p:cNvPr id="3" name="Picture 2">
            <a:extLst>
              <a:ext uri="{FF2B5EF4-FFF2-40B4-BE49-F238E27FC236}">
                <a16:creationId xmlns:a16="http://schemas.microsoft.com/office/drawing/2014/main" id="{AA0053C9-8B8B-434F-9BB2-988131A27479}"/>
              </a:ext>
            </a:extLst>
          </p:cNvPr>
          <p:cNvPicPr>
            <a:picLocks noChangeAspect="1"/>
          </p:cNvPicPr>
          <p:nvPr/>
        </p:nvPicPr>
        <p:blipFill>
          <a:blip r:embed="rId3"/>
          <a:stretch>
            <a:fillRect/>
          </a:stretch>
        </p:blipFill>
        <p:spPr>
          <a:xfrm>
            <a:off x="1340768" y="4356937"/>
            <a:ext cx="6462464" cy="709750"/>
          </a:xfrm>
          <a:prstGeom prst="rect">
            <a:avLst/>
          </a:prstGeom>
        </p:spPr>
      </p:pic>
    </p:spTree>
    <p:extLst>
      <p:ext uri="{BB962C8B-B14F-4D97-AF65-F5344CB8AC3E}">
        <p14:creationId xmlns:p14="http://schemas.microsoft.com/office/powerpoint/2010/main" val="1348000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24DD738-EFA5-4A4E-8CA1-4731FAB86E05}"/>
              </a:ext>
            </a:extLst>
          </p:cNvPr>
          <p:cNvGrpSpPr/>
          <p:nvPr/>
        </p:nvGrpSpPr>
        <p:grpSpPr>
          <a:xfrm>
            <a:off x="6825338" y="1455129"/>
            <a:ext cx="450339" cy="459992"/>
            <a:chOff x="2600940" y="1364722"/>
            <a:chExt cx="3925967" cy="4010110"/>
          </a:xfrm>
          <a:solidFill>
            <a:schemeClr val="accent5"/>
          </a:solidFill>
        </p:grpSpPr>
        <p:sp>
          <p:nvSpPr>
            <p:cNvPr id="3" name="Donut 1">
              <a:extLst>
                <a:ext uri="{FF2B5EF4-FFF2-40B4-BE49-F238E27FC236}">
                  <a16:creationId xmlns:a16="http://schemas.microsoft.com/office/drawing/2014/main" id="{461E0759-E7EE-4FEF-986A-60E192683638}"/>
                </a:ext>
              </a:extLst>
            </p:cNvPr>
            <p:cNvSpPr/>
            <p:nvPr/>
          </p:nvSpPr>
          <p:spPr>
            <a:xfrm>
              <a:off x="2600940" y="1468514"/>
              <a:ext cx="1778702" cy="3906318"/>
            </a:xfrm>
            <a:custGeom>
              <a:avLst/>
              <a:gdLst/>
              <a:ahLst/>
              <a:cxnLst/>
              <a:rect l="l" t="t" r="r" b="b"/>
              <a:pathLst>
                <a:path w="1778702" h="3906318">
                  <a:moveTo>
                    <a:pt x="864588" y="1587925"/>
                  </a:moveTo>
                  <a:lnTo>
                    <a:pt x="724641" y="2110216"/>
                  </a:lnTo>
                  <a:lnTo>
                    <a:pt x="826949" y="2110216"/>
                  </a:lnTo>
                  <a:lnTo>
                    <a:pt x="826949" y="1984216"/>
                  </a:lnTo>
                  <a:cubicBezTo>
                    <a:pt x="826949" y="1944451"/>
                    <a:pt x="859184" y="1912216"/>
                    <a:pt x="898949" y="1912216"/>
                  </a:cubicBezTo>
                  <a:cubicBezTo>
                    <a:pt x="938714" y="1912216"/>
                    <a:pt x="970949" y="1944451"/>
                    <a:pt x="970949" y="1984216"/>
                  </a:cubicBezTo>
                  <a:lnTo>
                    <a:pt x="970949" y="2110216"/>
                  </a:lnTo>
                  <a:lnTo>
                    <a:pt x="1049559" y="2110216"/>
                  </a:lnTo>
                  <a:lnTo>
                    <a:pt x="910861" y="1592590"/>
                  </a:lnTo>
                  <a:close/>
                  <a:moveTo>
                    <a:pt x="923096" y="1336867"/>
                  </a:moveTo>
                  <a:lnTo>
                    <a:pt x="892009" y="1336868"/>
                  </a:lnTo>
                  <a:cubicBezTo>
                    <a:pt x="880711" y="1336867"/>
                    <a:pt x="871552" y="1346027"/>
                    <a:pt x="871552" y="1357325"/>
                  </a:cubicBezTo>
                  <a:lnTo>
                    <a:pt x="871552" y="1496411"/>
                  </a:lnTo>
                  <a:cubicBezTo>
                    <a:pt x="871552" y="1507709"/>
                    <a:pt x="880712" y="1516868"/>
                    <a:pt x="892009" y="1516868"/>
                  </a:cubicBezTo>
                  <a:lnTo>
                    <a:pt x="923096" y="1516868"/>
                  </a:lnTo>
                  <a:cubicBezTo>
                    <a:pt x="934394" y="1516868"/>
                    <a:pt x="943552" y="1507709"/>
                    <a:pt x="943552" y="1496411"/>
                  </a:cubicBezTo>
                  <a:lnTo>
                    <a:pt x="943552" y="1357325"/>
                  </a:lnTo>
                  <a:cubicBezTo>
                    <a:pt x="943552" y="1346027"/>
                    <a:pt x="934393" y="1336867"/>
                    <a:pt x="923096" y="1336867"/>
                  </a:cubicBezTo>
                  <a:close/>
                  <a:moveTo>
                    <a:pt x="1192157" y="1264156"/>
                  </a:moveTo>
                  <a:lnTo>
                    <a:pt x="1162946" y="1274788"/>
                  </a:lnTo>
                  <a:cubicBezTo>
                    <a:pt x="1152330" y="1278652"/>
                    <a:pt x="1146855" y="1290392"/>
                    <a:pt x="1150719" y="1301008"/>
                  </a:cubicBezTo>
                  <a:lnTo>
                    <a:pt x="1198289" y="1431707"/>
                  </a:lnTo>
                  <a:cubicBezTo>
                    <a:pt x="1202153" y="1442323"/>
                    <a:pt x="1213893" y="1447797"/>
                    <a:pt x="1224510" y="1443934"/>
                  </a:cubicBezTo>
                  <a:lnTo>
                    <a:pt x="1253721" y="1433301"/>
                  </a:lnTo>
                  <a:cubicBezTo>
                    <a:pt x="1264337" y="1429437"/>
                    <a:pt x="1269812" y="1417697"/>
                    <a:pt x="1265947" y="1407081"/>
                  </a:cubicBezTo>
                  <a:lnTo>
                    <a:pt x="1218377" y="1276382"/>
                  </a:lnTo>
                  <a:cubicBezTo>
                    <a:pt x="1214513" y="1265766"/>
                    <a:pt x="1202774" y="1260292"/>
                    <a:pt x="1192157" y="1264156"/>
                  </a:cubicBezTo>
                  <a:close/>
                  <a:moveTo>
                    <a:pt x="672939" y="1256024"/>
                  </a:moveTo>
                  <a:cubicBezTo>
                    <a:pt x="662323" y="1252159"/>
                    <a:pt x="650584" y="1257634"/>
                    <a:pt x="646720" y="1268250"/>
                  </a:cubicBezTo>
                  <a:lnTo>
                    <a:pt x="599149" y="1398948"/>
                  </a:lnTo>
                  <a:cubicBezTo>
                    <a:pt x="595285" y="1409565"/>
                    <a:pt x="600759" y="1421304"/>
                    <a:pt x="611376" y="1425168"/>
                  </a:cubicBezTo>
                  <a:lnTo>
                    <a:pt x="640587" y="1435800"/>
                  </a:lnTo>
                  <a:cubicBezTo>
                    <a:pt x="651204" y="1439665"/>
                    <a:pt x="662943" y="1434190"/>
                    <a:pt x="666808" y="1423574"/>
                  </a:cubicBezTo>
                  <a:lnTo>
                    <a:pt x="714378" y="1292875"/>
                  </a:lnTo>
                  <a:cubicBezTo>
                    <a:pt x="718241" y="1282259"/>
                    <a:pt x="712767" y="1270520"/>
                    <a:pt x="702151" y="1266655"/>
                  </a:cubicBezTo>
                  <a:close/>
                  <a:moveTo>
                    <a:pt x="532625" y="1107329"/>
                  </a:moveTo>
                  <a:cubicBezTo>
                    <a:pt x="527568" y="1105974"/>
                    <a:pt x="521995" y="1106548"/>
                    <a:pt x="517102" y="1109372"/>
                  </a:cubicBezTo>
                  <a:lnTo>
                    <a:pt x="396650" y="1178915"/>
                  </a:lnTo>
                  <a:cubicBezTo>
                    <a:pt x="386866" y="1184564"/>
                    <a:pt x="383514" y="1197076"/>
                    <a:pt x="389163" y="1206860"/>
                  </a:cubicBezTo>
                  <a:lnTo>
                    <a:pt x="404706" y="1233781"/>
                  </a:lnTo>
                  <a:cubicBezTo>
                    <a:pt x="410355" y="1243566"/>
                    <a:pt x="422866" y="1246918"/>
                    <a:pt x="432650" y="1241269"/>
                  </a:cubicBezTo>
                  <a:lnTo>
                    <a:pt x="553102" y="1171726"/>
                  </a:lnTo>
                  <a:cubicBezTo>
                    <a:pt x="562887" y="1166077"/>
                    <a:pt x="566239" y="1153566"/>
                    <a:pt x="560590" y="1143781"/>
                  </a:cubicBezTo>
                  <a:lnTo>
                    <a:pt x="545047" y="1116860"/>
                  </a:lnTo>
                  <a:cubicBezTo>
                    <a:pt x="542223" y="1111968"/>
                    <a:pt x="537682" y="1108684"/>
                    <a:pt x="532625" y="1107329"/>
                  </a:cubicBezTo>
                  <a:close/>
                  <a:moveTo>
                    <a:pt x="1298883" y="1104409"/>
                  </a:moveTo>
                  <a:cubicBezTo>
                    <a:pt x="1293826" y="1105764"/>
                    <a:pt x="1289286" y="1109048"/>
                    <a:pt x="1286462" y="1113940"/>
                  </a:cubicBezTo>
                  <a:lnTo>
                    <a:pt x="1270919" y="1140861"/>
                  </a:lnTo>
                  <a:cubicBezTo>
                    <a:pt x="1265269" y="1150645"/>
                    <a:pt x="1268622" y="1163156"/>
                    <a:pt x="1278407" y="1168806"/>
                  </a:cubicBezTo>
                  <a:lnTo>
                    <a:pt x="1398859" y="1238349"/>
                  </a:lnTo>
                  <a:cubicBezTo>
                    <a:pt x="1408643" y="1243998"/>
                    <a:pt x="1421154" y="1240646"/>
                    <a:pt x="1426803" y="1230862"/>
                  </a:cubicBezTo>
                  <a:lnTo>
                    <a:pt x="1442346" y="1203940"/>
                  </a:lnTo>
                  <a:cubicBezTo>
                    <a:pt x="1447995" y="1194156"/>
                    <a:pt x="1444642" y="1181644"/>
                    <a:pt x="1434859" y="1175995"/>
                  </a:cubicBezTo>
                  <a:lnTo>
                    <a:pt x="1314407" y="1106452"/>
                  </a:lnTo>
                  <a:cubicBezTo>
                    <a:pt x="1309514" y="1103628"/>
                    <a:pt x="1303940" y="1103054"/>
                    <a:pt x="1298883" y="1104409"/>
                  </a:cubicBezTo>
                  <a:close/>
                  <a:moveTo>
                    <a:pt x="912290" y="764642"/>
                  </a:moveTo>
                  <a:cubicBezTo>
                    <a:pt x="1031597" y="764642"/>
                    <a:pt x="1128314" y="861359"/>
                    <a:pt x="1128314" y="980666"/>
                  </a:cubicBezTo>
                  <a:cubicBezTo>
                    <a:pt x="1128314" y="1099973"/>
                    <a:pt x="1031597" y="1196690"/>
                    <a:pt x="912290" y="1196690"/>
                  </a:cubicBezTo>
                  <a:cubicBezTo>
                    <a:pt x="792983" y="1196690"/>
                    <a:pt x="696266" y="1099973"/>
                    <a:pt x="696266" y="980666"/>
                  </a:cubicBezTo>
                  <a:cubicBezTo>
                    <a:pt x="696266" y="861359"/>
                    <a:pt x="792983" y="764642"/>
                    <a:pt x="912290" y="764642"/>
                  </a:cubicBezTo>
                  <a:close/>
                  <a:moveTo>
                    <a:pt x="912290" y="672441"/>
                  </a:moveTo>
                  <a:cubicBezTo>
                    <a:pt x="742062" y="672441"/>
                    <a:pt x="604065" y="810438"/>
                    <a:pt x="604065" y="980666"/>
                  </a:cubicBezTo>
                  <a:cubicBezTo>
                    <a:pt x="604065" y="1146433"/>
                    <a:pt x="734924" y="1281636"/>
                    <a:pt x="899020" y="1287553"/>
                  </a:cubicBezTo>
                  <a:cubicBezTo>
                    <a:pt x="904827" y="1288053"/>
                    <a:pt x="910472" y="1287196"/>
                    <a:pt x="916022" y="1285840"/>
                  </a:cubicBezTo>
                  <a:lnTo>
                    <a:pt x="919967" y="1288117"/>
                  </a:lnTo>
                  <a:cubicBezTo>
                    <a:pt x="1086657" y="1284714"/>
                    <a:pt x="1220515" y="1148322"/>
                    <a:pt x="1220515" y="980666"/>
                  </a:cubicBezTo>
                  <a:cubicBezTo>
                    <a:pt x="1220515" y="810438"/>
                    <a:pt x="1082518" y="672441"/>
                    <a:pt x="912290" y="672441"/>
                  </a:cubicBezTo>
                  <a:close/>
                  <a:moveTo>
                    <a:pt x="905153" y="0"/>
                  </a:moveTo>
                  <a:lnTo>
                    <a:pt x="919427" y="0"/>
                  </a:lnTo>
                  <a:cubicBezTo>
                    <a:pt x="1034792" y="0"/>
                    <a:pt x="1128314" y="93522"/>
                    <a:pt x="1128314" y="208887"/>
                  </a:cubicBezTo>
                  <a:lnTo>
                    <a:pt x="1128314" y="409800"/>
                  </a:lnTo>
                  <a:cubicBezTo>
                    <a:pt x="1360062" y="495553"/>
                    <a:pt x="1524358" y="718923"/>
                    <a:pt x="1524358" y="980666"/>
                  </a:cubicBezTo>
                  <a:cubicBezTo>
                    <a:pt x="1524358" y="1195022"/>
                    <a:pt x="1414167" y="1383641"/>
                    <a:pt x="1246914" y="1492322"/>
                  </a:cubicBezTo>
                  <a:lnTo>
                    <a:pt x="1412479" y="2110216"/>
                  </a:lnTo>
                  <a:lnTo>
                    <a:pt x="1560290" y="2110216"/>
                  </a:lnTo>
                  <a:cubicBezTo>
                    <a:pt x="1600055" y="2110216"/>
                    <a:pt x="1632290" y="2142451"/>
                    <a:pt x="1632290" y="2182216"/>
                  </a:cubicBezTo>
                  <a:cubicBezTo>
                    <a:pt x="1632290" y="2221981"/>
                    <a:pt x="1600055" y="2254216"/>
                    <a:pt x="1560290" y="2254216"/>
                  </a:cubicBezTo>
                  <a:lnTo>
                    <a:pt x="1451063" y="2254216"/>
                  </a:lnTo>
                  <a:lnTo>
                    <a:pt x="1778702" y="3476979"/>
                  </a:lnTo>
                  <a:lnTo>
                    <a:pt x="1530823" y="3906318"/>
                  </a:lnTo>
                  <a:lnTo>
                    <a:pt x="1088143" y="2254216"/>
                  </a:lnTo>
                  <a:lnTo>
                    <a:pt x="970949" y="2254216"/>
                  </a:lnTo>
                  <a:lnTo>
                    <a:pt x="970949" y="2380216"/>
                  </a:lnTo>
                  <a:cubicBezTo>
                    <a:pt x="970949" y="2419981"/>
                    <a:pt x="938714" y="2452216"/>
                    <a:pt x="898949" y="2452216"/>
                  </a:cubicBezTo>
                  <a:cubicBezTo>
                    <a:pt x="859184" y="2452216"/>
                    <a:pt x="826949" y="2419981"/>
                    <a:pt x="826949" y="2380216"/>
                  </a:cubicBezTo>
                  <a:lnTo>
                    <a:pt x="826949" y="2254216"/>
                  </a:lnTo>
                  <a:lnTo>
                    <a:pt x="686056" y="2254216"/>
                  </a:lnTo>
                  <a:lnTo>
                    <a:pt x="243376" y="3906318"/>
                  </a:lnTo>
                  <a:lnTo>
                    <a:pt x="0" y="3484777"/>
                  </a:lnTo>
                  <a:lnTo>
                    <a:pt x="329728" y="2254216"/>
                  </a:lnTo>
                  <a:lnTo>
                    <a:pt x="264290" y="2254216"/>
                  </a:lnTo>
                  <a:cubicBezTo>
                    <a:pt x="224525" y="2254216"/>
                    <a:pt x="192290" y="2221981"/>
                    <a:pt x="192290" y="2182216"/>
                  </a:cubicBezTo>
                  <a:cubicBezTo>
                    <a:pt x="192290" y="2142451"/>
                    <a:pt x="224525" y="2110216"/>
                    <a:pt x="264290" y="2110216"/>
                  </a:cubicBezTo>
                  <a:lnTo>
                    <a:pt x="368313" y="2110216"/>
                  </a:lnTo>
                  <a:lnTo>
                    <a:pt x="539978" y="1469552"/>
                  </a:lnTo>
                  <a:lnTo>
                    <a:pt x="544387" y="1467006"/>
                  </a:lnTo>
                  <a:cubicBezTo>
                    <a:pt x="395505" y="1357069"/>
                    <a:pt x="300222" y="1179995"/>
                    <a:pt x="300222" y="980666"/>
                  </a:cubicBezTo>
                  <a:cubicBezTo>
                    <a:pt x="300222" y="718923"/>
                    <a:pt x="464518" y="495553"/>
                    <a:pt x="696266" y="409800"/>
                  </a:cubicBezTo>
                  <a:lnTo>
                    <a:pt x="696266" y="208887"/>
                  </a:lnTo>
                  <a:cubicBezTo>
                    <a:pt x="696266" y="93522"/>
                    <a:pt x="789788" y="0"/>
                    <a:pt x="90515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ko-KR" altLang="en-US" sz="2026">
                <a:solidFill>
                  <a:schemeClr val="tx1"/>
                </a:solidFill>
              </a:endParaRPr>
            </a:p>
          </p:txBody>
        </p:sp>
        <p:sp>
          <p:nvSpPr>
            <p:cNvPr id="4" name="Rectangle 4">
              <a:extLst>
                <a:ext uri="{FF2B5EF4-FFF2-40B4-BE49-F238E27FC236}">
                  <a16:creationId xmlns:a16="http://schemas.microsoft.com/office/drawing/2014/main" id="{E4B2D71B-A0C7-4430-9928-A3F014081C2E}"/>
                </a:ext>
              </a:extLst>
            </p:cNvPr>
            <p:cNvSpPr/>
            <p:nvPr/>
          </p:nvSpPr>
          <p:spPr>
            <a:xfrm rot="20700000">
              <a:off x="4527766" y="1364722"/>
              <a:ext cx="1999141" cy="3816424"/>
            </a:xfrm>
            <a:custGeom>
              <a:avLst/>
              <a:gdLst/>
              <a:ahLst/>
              <a:cxnLst/>
              <a:rect l="l" t="t" r="r" b="b"/>
              <a:pathLst>
                <a:path w="1999141" h="3816424">
                  <a:moveTo>
                    <a:pt x="444116" y="3513946"/>
                  </a:moveTo>
                  <a:lnTo>
                    <a:pt x="253648" y="3515763"/>
                  </a:lnTo>
                  <a:lnTo>
                    <a:pt x="111407" y="3515763"/>
                  </a:lnTo>
                  <a:cubicBezTo>
                    <a:pt x="99100" y="3515763"/>
                    <a:pt x="89123" y="3525740"/>
                    <a:pt x="89123" y="3538047"/>
                  </a:cubicBezTo>
                  <a:lnTo>
                    <a:pt x="89123" y="3565479"/>
                  </a:lnTo>
                  <a:cubicBezTo>
                    <a:pt x="89123" y="3577786"/>
                    <a:pt x="99100" y="3587763"/>
                    <a:pt x="111407" y="3587763"/>
                  </a:cubicBezTo>
                  <a:lnTo>
                    <a:pt x="426839" y="3587763"/>
                  </a:lnTo>
                  <a:cubicBezTo>
                    <a:pt x="439146" y="3587763"/>
                    <a:pt x="449123" y="3577786"/>
                    <a:pt x="449123" y="3565479"/>
                  </a:cubicBezTo>
                  <a:lnTo>
                    <a:pt x="449123" y="3538047"/>
                  </a:lnTo>
                  <a:lnTo>
                    <a:pt x="445294" y="3528803"/>
                  </a:lnTo>
                  <a:lnTo>
                    <a:pt x="444258" y="3528878"/>
                  </a:lnTo>
                  <a:close/>
                  <a:moveTo>
                    <a:pt x="318839" y="3239993"/>
                  </a:moveTo>
                  <a:lnTo>
                    <a:pt x="111407" y="3239993"/>
                  </a:lnTo>
                  <a:cubicBezTo>
                    <a:pt x="99100" y="3239993"/>
                    <a:pt x="89123" y="3249970"/>
                    <a:pt x="89123" y="3262277"/>
                  </a:cubicBezTo>
                  <a:lnTo>
                    <a:pt x="89123" y="3289709"/>
                  </a:lnTo>
                  <a:cubicBezTo>
                    <a:pt x="89123" y="3302016"/>
                    <a:pt x="99100" y="3311993"/>
                    <a:pt x="111407" y="3311993"/>
                  </a:cubicBezTo>
                  <a:lnTo>
                    <a:pt x="318839" y="3311993"/>
                  </a:lnTo>
                  <a:cubicBezTo>
                    <a:pt x="331146" y="3311993"/>
                    <a:pt x="341123" y="3302016"/>
                    <a:pt x="341123" y="3289709"/>
                  </a:cubicBezTo>
                  <a:lnTo>
                    <a:pt x="341123" y="3262277"/>
                  </a:lnTo>
                  <a:cubicBezTo>
                    <a:pt x="341123" y="3249970"/>
                    <a:pt x="331146" y="3239993"/>
                    <a:pt x="318839" y="3239993"/>
                  </a:cubicBezTo>
                  <a:close/>
                  <a:moveTo>
                    <a:pt x="318839" y="2964221"/>
                  </a:moveTo>
                  <a:lnTo>
                    <a:pt x="111407" y="2964221"/>
                  </a:lnTo>
                  <a:cubicBezTo>
                    <a:pt x="99100" y="2964221"/>
                    <a:pt x="89123" y="2974198"/>
                    <a:pt x="89123" y="2986505"/>
                  </a:cubicBezTo>
                  <a:lnTo>
                    <a:pt x="89123" y="3013937"/>
                  </a:lnTo>
                  <a:cubicBezTo>
                    <a:pt x="89123" y="3026244"/>
                    <a:pt x="99100" y="3036221"/>
                    <a:pt x="111407" y="3036221"/>
                  </a:cubicBezTo>
                  <a:lnTo>
                    <a:pt x="318839" y="3036221"/>
                  </a:lnTo>
                  <a:cubicBezTo>
                    <a:pt x="331146" y="3036221"/>
                    <a:pt x="341123" y="3026244"/>
                    <a:pt x="341123" y="3013937"/>
                  </a:cubicBezTo>
                  <a:lnTo>
                    <a:pt x="341123" y="2986505"/>
                  </a:lnTo>
                  <a:cubicBezTo>
                    <a:pt x="341123" y="2974198"/>
                    <a:pt x="331146" y="2964221"/>
                    <a:pt x="318839" y="2964221"/>
                  </a:cubicBezTo>
                  <a:close/>
                  <a:moveTo>
                    <a:pt x="769803" y="3028177"/>
                  </a:moveTo>
                  <a:lnTo>
                    <a:pt x="742371" y="3028177"/>
                  </a:lnTo>
                  <a:cubicBezTo>
                    <a:pt x="730064" y="3028177"/>
                    <a:pt x="720087" y="3038154"/>
                    <a:pt x="720087" y="3050461"/>
                  </a:cubicBezTo>
                  <a:lnTo>
                    <a:pt x="720087" y="3365893"/>
                  </a:lnTo>
                  <a:cubicBezTo>
                    <a:pt x="720087" y="3378200"/>
                    <a:pt x="730064" y="3388177"/>
                    <a:pt x="742371" y="3388177"/>
                  </a:cubicBezTo>
                  <a:lnTo>
                    <a:pt x="769803" y="3388177"/>
                  </a:lnTo>
                  <a:cubicBezTo>
                    <a:pt x="782110" y="3388177"/>
                    <a:pt x="792087" y="3378200"/>
                    <a:pt x="792087" y="3365893"/>
                  </a:cubicBezTo>
                  <a:lnTo>
                    <a:pt x="792087" y="3050461"/>
                  </a:lnTo>
                  <a:cubicBezTo>
                    <a:pt x="792087" y="3038154"/>
                    <a:pt x="782110" y="3028177"/>
                    <a:pt x="769803" y="3028177"/>
                  </a:cubicBezTo>
                  <a:close/>
                  <a:moveTo>
                    <a:pt x="1152270" y="2917087"/>
                  </a:moveTo>
                  <a:cubicBezTo>
                    <a:pt x="1146196" y="2915460"/>
                    <a:pt x="1139501" y="2916149"/>
                    <a:pt x="1133625" y="2919542"/>
                  </a:cubicBezTo>
                  <a:lnTo>
                    <a:pt x="1107431" y="2934665"/>
                  </a:lnTo>
                  <a:cubicBezTo>
                    <a:pt x="1095679" y="2941450"/>
                    <a:pt x="1091653" y="2956477"/>
                    <a:pt x="1098438" y="2968229"/>
                  </a:cubicBezTo>
                  <a:lnTo>
                    <a:pt x="1199867" y="3143910"/>
                  </a:lnTo>
                  <a:cubicBezTo>
                    <a:pt x="1206652" y="3155662"/>
                    <a:pt x="1221679" y="3159688"/>
                    <a:pt x="1233431" y="3152903"/>
                  </a:cubicBezTo>
                  <a:lnTo>
                    <a:pt x="1259625" y="3137780"/>
                  </a:lnTo>
                  <a:cubicBezTo>
                    <a:pt x="1265501" y="3134388"/>
                    <a:pt x="1269446" y="3128935"/>
                    <a:pt x="1271073" y="3122861"/>
                  </a:cubicBezTo>
                  <a:cubicBezTo>
                    <a:pt x="1272701" y="3116787"/>
                    <a:pt x="1272011" y="3110092"/>
                    <a:pt x="1268619" y="3104216"/>
                  </a:cubicBezTo>
                  <a:lnTo>
                    <a:pt x="1167190" y="2928535"/>
                  </a:lnTo>
                  <a:cubicBezTo>
                    <a:pt x="1163798" y="2922659"/>
                    <a:pt x="1158344" y="2918714"/>
                    <a:pt x="1152270" y="2917087"/>
                  </a:cubicBezTo>
                  <a:close/>
                  <a:moveTo>
                    <a:pt x="318839" y="2688449"/>
                  </a:moveTo>
                  <a:lnTo>
                    <a:pt x="111407" y="2688449"/>
                  </a:lnTo>
                  <a:cubicBezTo>
                    <a:pt x="99100" y="2688449"/>
                    <a:pt x="89123" y="2698426"/>
                    <a:pt x="89123" y="2710733"/>
                  </a:cubicBezTo>
                  <a:lnTo>
                    <a:pt x="89123" y="2738165"/>
                  </a:lnTo>
                  <a:cubicBezTo>
                    <a:pt x="89123" y="2750472"/>
                    <a:pt x="99100" y="2760449"/>
                    <a:pt x="111407" y="2760449"/>
                  </a:cubicBezTo>
                  <a:lnTo>
                    <a:pt x="318839" y="2760449"/>
                  </a:lnTo>
                  <a:cubicBezTo>
                    <a:pt x="331146" y="2760449"/>
                    <a:pt x="341123" y="2750472"/>
                    <a:pt x="341123" y="2738165"/>
                  </a:cubicBezTo>
                  <a:lnTo>
                    <a:pt x="341123" y="2710733"/>
                  </a:lnTo>
                  <a:cubicBezTo>
                    <a:pt x="341123" y="2698426"/>
                    <a:pt x="331146" y="2688449"/>
                    <a:pt x="318839" y="2688449"/>
                  </a:cubicBezTo>
                  <a:close/>
                  <a:moveTo>
                    <a:pt x="426839" y="2412677"/>
                  </a:moveTo>
                  <a:lnTo>
                    <a:pt x="111407" y="2412677"/>
                  </a:lnTo>
                  <a:cubicBezTo>
                    <a:pt x="99100" y="2412677"/>
                    <a:pt x="89123" y="2422654"/>
                    <a:pt x="89123" y="2434961"/>
                  </a:cubicBezTo>
                  <a:lnTo>
                    <a:pt x="89123" y="2462393"/>
                  </a:lnTo>
                  <a:cubicBezTo>
                    <a:pt x="89123" y="2474700"/>
                    <a:pt x="99100" y="2484677"/>
                    <a:pt x="111407" y="2484677"/>
                  </a:cubicBezTo>
                  <a:lnTo>
                    <a:pt x="426839" y="2484677"/>
                  </a:lnTo>
                  <a:cubicBezTo>
                    <a:pt x="439146" y="2484677"/>
                    <a:pt x="449123" y="2474700"/>
                    <a:pt x="449123" y="2462393"/>
                  </a:cubicBezTo>
                  <a:lnTo>
                    <a:pt x="449123" y="2434961"/>
                  </a:lnTo>
                  <a:cubicBezTo>
                    <a:pt x="449123" y="2422654"/>
                    <a:pt x="439146" y="2412677"/>
                    <a:pt x="426839" y="2412677"/>
                  </a:cubicBezTo>
                  <a:close/>
                  <a:moveTo>
                    <a:pt x="1422930" y="2676173"/>
                  </a:moveTo>
                  <a:cubicBezTo>
                    <a:pt x="1412381" y="2669834"/>
                    <a:pt x="1398691" y="2673248"/>
                    <a:pt x="1392352" y="2683797"/>
                  </a:cubicBezTo>
                  <a:lnTo>
                    <a:pt x="1378224" y="2707311"/>
                  </a:lnTo>
                  <a:cubicBezTo>
                    <a:pt x="1371885" y="2717860"/>
                    <a:pt x="1375299" y="2731550"/>
                    <a:pt x="1385848" y="2737889"/>
                  </a:cubicBezTo>
                  <a:lnTo>
                    <a:pt x="1563652" y="2844724"/>
                  </a:lnTo>
                  <a:cubicBezTo>
                    <a:pt x="1574201" y="2851063"/>
                    <a:pt x="1587891" y="2847649"/>
                    <a:pt x="1594230" y="2837100"/>
                  </a:cubicBezTo>
                  <a:lnTo>
                    <a:pt x="1608358" y="2813586"/>
                  </a:lnTo>
                  <a:cubicBezTo>
                    <a:pt x="1611528" y="2808312"/>
                    <a:pt x="1612259" y="2802252"/>
                    <a:pt x="1610879" y="2796718"/>
                  </a:cubicBezTo>
                  <a:cubicBezTo>
                    <a:pt x="1609500" y="2791185"/>
                    <a:pt x="1606009" y="2786178"/>
                    <a:pt x="1600734" y="2783008"/>
                  </a:cubicBezTo>
                  <a:close/>
                  <a:moveTo>
                    <a:pt x="318839" y="2136905"/>
                  </a:moveTo>
                  <a:lnTo>
                    <a:pt x="111407" y="2136905"/>
                  </a:lnTo>
                  <a:cubicBezTo>
                    <a:pt x="99100" y="2136905"/>
                    <a:pt x="89123" y="2146882"/>
                    <a:pt x="89123" y="2159189"/>
                  </a:cubicBezTo>
                  <a:lnTo>
                    <a:pt x="89123" y="2186621"/>
                  </a:lnTo>
                  <a:cubicBezTo>
                    <a:pt x="89123" y="2198928"/>
                    <a:pt x="99100" y="2208905"/>
                    <a:pt x="111407" y="2208905"/>
                  </a:cubicBezTo>
                  <a:lnTo>
                    <a:pt x="318839" y="2208905"/>
                  </a:lnTo>
                  <a:cubicBezTo>
                    <a:pt x="331146" y="2208905"/>
                    <a:pt x="341123" y="2198928"/>
                    <a:pt x="341123" y="2186621"/>
                  </a:cubicBezTo>
                  <a:lnTo>
                    <a:pt x="341123" y="2159189"/>
                  </a:lnTo>
                  <a:cubicBezTo>
                    <a:pt x="341123" y="2146882"/>
                    <a:pt x="331146" y="2136905"/>
                    <a:pt x="318839" y="2136905"/>
                  </a:cubicBezTo>
                  <a:close/>
                  <a:moveTo>
                    <a:pt x="1629741" y="2302452"/>
                  </a:moveTo>
                  <a:cubicBezTo>
                    <a:pt x="1618176" y="2298243"/>
                    <a:pt x="1605388" y="2304206"/>
                    <a:pt x="1601179" y="2315770"/>
                  </a:cubicBezTo>
                  <a:lnTo>
                    <a:pt x="1591797" y="2341548"/>
                  </a:lnTo>
                  <a:cubicBezTo>
                    <a:pt x="1587587" y="2353113"/>
                    <a:pt x="1593550" y="2365901"/>
                    <a:pt x="1605115" y="2370110"/>
                  </a:cubicBezTo>
                  <a:lnTo>
                    <a:pt x="1800038" y="2441056"/>
                  </a:lnTo>
                  <a:cubicBezTo>
                    <a:pt x="1811602" y="2445265"/>
                    <a:pt x="1824390" y="2439302"/>
                    <a:pt x="1828599" y="2427737"/>
                  </a:cubicBezTo>
                  <a:lnTo>
                    <a:pt x="1837982" y="2401960"/>
                  </a:lnTo>
                  <a:cubicBezTo>
                    <a:pt x="1842191" y="2390395"/>
                    <a:pt x="1836228" y="2377607"/>
                    <a:pt x="1824663" y="2373398"/>
                  </a:cubicBezTo>
                  <a:close/>
                  <a:moveTo>
                    <a:pt x="318839" y="1861133"/>
                  </a:moveTo>
                  <a:lnTo>
                    <a:pt x="111407" y="1861133"/>
                  </a:lnTo>
                  <a:cubicBezTo>
                    <a:pt x="99100" y="1861133"/>
                    <a:pt x="89123" y="1871110"/>
                    <a:pt x="89123" y="1883417"/>
                  </a:cubicBezTo>
                  <a:lnTo>
                    <a:pt x="89123" y="1910849"/>
                  </a:lnTo>
                  <a:cubicBezTo>
                    <a:pt x="89123" y="1923156"/>
                    <a:pt x="99100" y="1933133"/>
                    <a:pt x="111407" y="1933133"/>
                  </a:cubicBezTo>
                  <a:lnTo>
                    <a:pt x="318839" y="1933133"/>
                  </a:lnTo>
                  <a:cubicBezTo>
                    <a:pt x="331146" y="1933133"/>
                    <a:pt x="341123" y="1923156"/>
                    <a:pt x="341123" y="1910849"/>
                  </a:cubicBezTo>
                  <a:lnTo>
                    <a:pt x="341123" y="1883417"/>
                  </a:lnTo>
                  <a:cubicBezTo>
                    <a:pt x="341123" y="1871110"/>
                    <a:pt x="331146" y="1861133"/>
                    <a:pt x="318839" y="1861133"/>
                  </a:cubicBezTo>
                  <a:close/>
                  <a:moveTo>
                    <a:pt x="318839" y="1585361"/>
                  </a:moveTo>
                  <a:lnTo>
                    <a:pt x="111407" y="1585361"/>
                  </a:lnTo>
                  <a:cubicBezTo>
                    <a:pt x="99100" y="1585361"/>
                    <a:pt x="89123" y="1595338"/>
                    <a:pt x="89123" y="1607645"/>
                  </a:cubicBezTo>
                  <a:lnTo>
                    <a:pt x="89123" y="1635077"/>
                  </a:lnTo>
                  <a:cubicBezTo>
                    <a:pt x="89123" y="1647384"/>
                    <a:pt x="99100" y="1657361"/>
                    <a:pt x="111407" y="1657361"/>
                  </a:cubicBezTo>
                  <a:lnTo>
                    <a:pt x="318839" y="1657361"/>
                  </a:lnTo>
                  <a:cubicBezTo>
                    <a:pt x="331146" y="1657361"/>
                    <a:pt x="341123" y="1647384"/>
                    <a:pt x="341123" y="1635077"/>
                  </a:cubicBezTo>
                  <a:lnTo>
                    <a:pt x="341123" y="1607645"/>
                  </a:lnTo>
                  <a:cubicBezTo>
                    <a:pt x="341123" y="1595338"/>
                    <a:pt x="331146" y="1585361"/>
                    <a:pt x="318839" y="1585361"/>
                  </a:cubicBezTo>
                  <a:close/>
                  <a:moveTo>
                    <a:pt x="1906290" y="1872213"/>
                  </a:moveTo>
                  <a:lnTo>
                    <a:pt x="1590858" y="1872213"/>
                  </a:lnTo>
                  <a:cubicBezTo>
                    <a:pt x="1578551" y="1872213"/>
                    <a:pt x="1568574" y="1882190"/>
                    <a:pt x="1568574" y="1894497"/>
                  </a:cubicBezTo>
                  <a:lnTo>
                    <a:pt x="1568574" y="1921929"/>
                  </a:lnTo>
                  <a:cubicBezTo>
                    <a:pt x="1568574" y="1934236"/>
                    <a:pt x="1578551" y="1944213"/>
                    <a:pt x="1590858" y="1944213"/>
                  </a:cubicBezTo>
                  <a:lnTo>
                    <a:pt x="1906290" y="1944213"/>
                  </a:lnTo>
                  <a:cubicBezTo>
                    <a:pt x="1918597" y="1944213"/>
                    <a:pt x="1928574" y="1934236"/>
                    <a:pt x="1928574" y="1921929"/>
                  </a:cubicBezTo>
                  <a:lnTo>
                    <a:pt x="1928574" y="1894497"/>
                  </a:lnTo>
                  <a:cubicBezTo>
                    <a:pt x="1928574" y="1882190"/>
                    <a:pt x="1918597" y="1872213"/>
                    <a:pt x="1906290" y="1872213"/>
                  </a:cubicBezTo>
                  <a:close/>
                  <a:moveTo>
                    <a:pt x="426839" y="1309589"/>
                  </a:moveTo>
                  <a:lnTo>
                    <a:pt x="111407" y="1309589"/>
                  </a:lnTo>
                  <a:cubicBezTo>
                    <a:pt x="99100" y="1309589"/>
                    <a:pt x="89123" y="1319566"/>
                    <a:pt x="89123" y="1331873"/>
                  </a:cubicBezTo>
                  <a:lnTo>
                    <a:pt x="89123" y="1359305"/>
                  </a:lnTo>
                  <a:cubicBezTo>
                    <a:pt x="89123" y="1371612"/>
                    <a:pt x="99100" y="1381589"/>
                    <a:pt x="111407" y="1381589"/>
                  </a:cubicBezTo>
                  <a:lnTo>
                    <a:pt x="426839" y="1381589"/>
                  </a:lnTo>
                  <a:cubicBezTo>
                    <a:pt x="439146" y="1381589"/>
                    <a:pt x="449123" y="1371612"/>
                    <a:pt x="449123" y="1359305"/>
                  </a:cubicBezTo>
                  <a:lnTo>
                    <a:pt x="449123" y="1331873"/>
                  </a:lnTo>
                  <a:cubicBezTo>
                    <a:pt x="449123" y="1319566"/>
                    <a:pt x="439146" y="1309589"/>
                    <a:pt x="426839" y="1309589"/>
                  </a:cubicBezTo>
                  <a:close/>
                  <a:moveTo>
                    <a:pt x="318839" y="1033817"/>
                  </a:moveTo>
                  <a:lnTo>
                    <a:pt x="111407" y="1033817"/>
                  </a:lnTo>
                  <a:cubicBezTo>
                    <a:pt x="99100" y="1033817"/>
                    <a:pt x="89123" y="1043794"/>
                    <a:pt x="89123" y="1056101"/>
                  </a:cubicBezTo>
                  <a:lnTo>
                    <a:pt x="89123" y="1083533"/>
                  </a:lnTo>
                  <a:cubicBezTo>
                    <a:pt x="89123" y="1095840"/>
                    <a:pt x="99100" y="1105817"/>
                    <a:pt x="111407" y="1105817"/>
                  </a:cubicBezTo>
                  <a:lnTo>
                    <a:pt x="318839" y="1105817"/>
                  </a:lnTo>
                  <a:cubicBezTo>
                    <a:pt x="331146" y="1105817"/>
                    <a:pt x="341123" y="1095840"/>
                    <a:pt x="341123" y="1083533"/>
                  </a:cubicBezTo>
                  <a:lnTo>
                    <a:pt x="341123" y="1056101"/>
                  </a:lnTo>
                  <a:cubicBezTo>
                    <a:pt x="341123" y="1043794"/>
                    <a:pt x="331146" y="1033817"/>
                    <a:pt x="318839" y="1033817"/>
                  </a:cubicBezTo>
                  <a:close/>
                  <a:moveTo>
                    <a:pt x="1801476" y="1389955"/>
                  </a:moveTo>
                  <a:cubicBezTo>
                    <a:pt x="1796307" y="1387545"/>
                    <a:pt x="1790219" y="1387106"/>
                    <a:pt x="1784437" y="1389211"/>
                  </a:cubicBezTo>
                  <a:lnTo>
                    <a:pt x="1589514" y="1460157"/>
                  </a:lnTo>
                  <a:cubicBezTo>
                    <a:pt x="1577949" y="1464366"/>
                    <a:pt x="1571987" y="1477154"/>
                    <a:pt x="1576196" y="1488718"/>
                  </a:cubicBezTo>
                  <a:lnTo>
                    <a:pt x="1585578" y="1514496"/>
                  </a:lnTo>
                  <a:cubicBezTo>
                    <a:pt x="1589787" y="1526061"/>
                    <a:pt x="1602575" y="1532024"/>
                    <a:pt x="1614140" y="1527815"/>
                  </a:cubicBezTo>
                  <a:lnTo>
                    <a:pt x="1809062" y="1456869"/>
                  </a:lnTo>
                  <a:cubicBezTo>
                    <a:pt x="1820627" y="1452660"/>
                    <a:pt x="1826590" y="1439872"/>
                    <a:pt x="1822381" y="1428307"/>
                  </a:cubicBezTo>
                  <a:lnTo>
                    <a:pt x="1812998" y="1402529"/>
                  </a:lnTo>
                  <a:cubicBezTo>
                    <a:pt x="1810894" y="1396747"/>
                    <a:pt x="1806644" y="1392365"/>
                    <a:pt x="1801476" y="1389955"/>
                  </a:cubicBezTo>
                  <a:close/>
                  <a:moveTo>
                    <a:pt x="648072" y="984572"/>
                  </a:moveTo>
                  <a:lnTo>
                    <a:pt x="648072" y="2864964"/>
                  </a:lnTo>
                  <a:cubicBezTo>
                    <a:pt x="1074622" y="2740061"/>
                    <a:pt x="1381089" y="2358590"/>
                    <a:pt x="1374920" y="1912226"/>
                  </a:cubicBezTo>
                  <a:cubicBezTo>
                    <a:pt x="1368877" y="1474953"/>
                    <a:pt x="1064591" y="1107355"/>
                    <a:pt x="648072" y="984572"/>
                  </a:cubicBezTo>
                  <a:close/>
                  <a:moveTo>
                    <a:pt x="318839" y="758045"/>
                  </a:moveTo>
                  <a:lnTo>
                    <a:pt x="111407" y="758045"/>
                  </a:lnTo>
                  <a:cubicBezTo>
                    <a:pt x="99100" y="758045"/>
                    <a:pt x="89123" y="768022"/>
                    <a:pt x="89123" y="780329"/>
                  </a:cubicBezTo>
                  <a:lnTo>
                    <a:pt x="89123" y="807761"/>
                  </a:lnTo>
                  <a:cubicBezTo>
                    <a:pt x="89123" y="820068"/>
                    <a:pt x="99100" y="830045"/>
                    <a:pt x="111407" y="830045"/>
                  </a:cubicBezTo>
                  <a:lnTo>
                    <a:pt x="318839" y="830045"/>
                  </a:lnTo>
                  <a:cubicBezTo>
                    <a:pt x="331146" y="830045"/>
                    <a:pt x="341123" y="820068"/>
                    <a:pt x="341123" y="807761"/>
                  </a:cubicBezTo>
                  <a:lnTo>
                    <a:pt x="341123" y="780329"/>
                  </a:lnTo>
                  <a:cubicBezTo>
                    <a:pt x="341123" y="768022"/>
                    <a:pt x="331146" y="758045"/>
                    <a:pt x="318839" y="758045"/>
                  </a:cubicBezTo>
                  <a:close/>
                  <a:moveTo>
                    <a:pt x="1576271" y="971726"/>
                  </a:moveTo>
                  <a:cubicBezTo>
                    <a:pt x="1570599" y="971130"/>
                    <a:pt x="1564699" y="972697"/>
                    <a:pt x="1559917" y="976570"/>
                  </a:cubicBezTo>
                  <a:lnTo>
                    <a:pt x="1398712" y="1107111"/>
                  </a:lnTo>
                  <a:cubicBezTo>
                    <a:pt x="1389148" y="1114856"/>
                    <a:pt x="1387673" y="1128888"/>
                    <a:pt x="1395418" y="1138453"/>
                  </a:cubicBezTo>
                  <a:lnTo>
                    <a:pt x="1412682" y="1159771"/>
                  </a:lnTo>
                  <a:cubicBezTo>
                    <a:pt x="1420427" y="1169336"/>
                    <a:pt x="1434459" y="1170811"/>
                    <a:pt x="1444023" y="1163065"/>
                  </a:cubicBezTo>
                  <a:lnTo>
                    <a:pt x="1605228" y="1032524"/>
                  </a:lnTo>
                  <a:cubicBezTo>
                    <a:pt x="1610010" y="1028652"/>
                    <a:pt x="1612770" y="1023207"/>
                    <a:pt x="1613366" y="1017536"/>
                  </a:cubicBezTo>
                  <a:cubicBezTo>
                    <a:pt x="1613962" y="1011864"/>
                    <a:pt x="1612395" y="1005965"/>
                    <a:pt x="1608522" y="1001183"/>
                  </a:cubicBezTo>
                  <a:lnTo>
                    <a:pt x="1591259" y="979864"/>
                  </a:lnTo>
                  <a:cubicBezTo>
                    <a:pt x="1587386" y="975082"/>
                    <a:pt x="1581942" y="972322"/>
                    <a:pt x="1576271" y="971726"/>
                  </a:cubicBezTo>
                  <a:close/>
                  <a:moveTo>
                    <a:pt x="318839" y="482273"/>
                  </a:moveTo>
                  <a:lnTo>
                    <a:pt x="111407" y="482273"/>
                  </a:lnTo>
                  <a:cubicBezTo>
                    <a:pt x="99100" y="482273"/>
                    <a:pt x="89123" y="492250"/>
                    <a:pt x="89123" y="504557"/>
                  </a:cubicBezTo>
                  <a:lnTo>
                    <a:pt x="89123" y="531989"/>
                  </a:lnTo>
                  <a:cubicBezTo>
                    <a:pt x="89123" y="544296"/>
                    <a:pt x="99100" y="554273"/>
                    <a:pt x="111407" y="554273"/>
                  </a:cubicBezTo>
                  <a:lnTo>
                    <a:pt x="318839" y="554273"/>
                  </a:lnTo>
                  <a:cubicBezTo>
                    <a:pt x="331146" y="554273"/>
                    <a:pt x="341123" y="544296"/>
                    <a:pt x="341123" y="531989"/>
                  </a:cubicBezTo>
                  <a:lnTo>
                    <a:pt x="341123" y="504557"/>
                  </a:lnTo>
                  <a:cubicBezTo>
                    <a:pt x="341123" y="492250"/>
                    <a:pt x="331146" y="482273"/>
                    <a:pt x="318839" y="482273"/>
                  </a:cubicBezTo>
                  <a:close/>
                  <a:moveTo>
                    <a:pt x="1246428" y="683579"/>
                  </a:moveTo>
                  <a:cubicBezTo>
                    <a:pt x="1240747" y="684076"/>
                    <a:pt x="1235256" y="686741"/>
                    <a:pt x="1231300" y="691454"/>
                  </a:cubicBezTo>
                  <a:lnTo>
                    <a:pt x="1097965" y="850357"/>
                  </a:lnTo>
                  <a:cubicBezTo>
                    <a:pt x="1090054" y="859784"/>
                    <a:pt x="1091284" y="873840"/>
                    <a:pt x="1100712" y="881751"/>
                  </a:cubicBezTo>
                  <a:lnTo>
                    <a:pt x="1121726" y="899384"/>
                  </a:lnTo>
                  <a:cubicBezTo>
                    <a:pt x="1131154" y="907295"/>
                    <a:pt x="1145209" y="906065"/>
                    <a:pt x="1153120" y="896637"/>
                  </a:cubicBezTo>
                  <a:lnTo>
                    <a:pt x="1286455" y="737735"/>
                  </a:lnTo>
                  <a:cubicBezTo>
                    <a:pt x="1290410" y="733021"/>
                    <a:pt x="1292081" y="727150"/>
                    <a:pt x="1291584" y="721469"/>
                  </a:cubicBezTo>
                  <a:cubicBezTo>
                    <a:pt x="1291087" y="715788"/>
                    <a:pt x="1288422" y="710296"/>
                    <a:pt x="1283708" y="706341"/>
                  </a:cubicBezTo>
                  <a:lnTo>
                    <a:pt x="1262694" y="688708"/>
                  </a:lnTo>
                  <a:cubicBezTo>
                    <a:pt x="1257980" y="684752"/>
                    <a:pt x="1252109" y="683082"/>
                    <a:pt x="1246428" y="683579"/>
                  </a:cubicBezTo>
                  <a:close/>
                  <a:moveTo>
                    <a:pt x="769804" y="490047"/>
                  </a:moveTo>
                  <a:lnTo>
                    <a:pt x="742372" y="490047"/>
                  </a:lnTo>
                  <a:cubicBezTo>
                    <a:pt x="730065" y="490047"/>
                    <a:pt x="720088" y="500024"/>
                    <a:pt x="720088" y="512331"/>
                  </a:cubicBezTo>
                  <a:lnTo>
                    <a:pt x="720088" y="827763"/>
                  </a:lnTo>
                  <a:cubicBezTo>
                    <a:pt x="720088" y="840070"/>
                    <a:pt x="730065" y="850047"/>
                    <a:pt x="742372" y="850047"/>
                  </a:cubicBezTo>
                  <a:lnTo>
                    <a:pt x="769804" y="850047"/>
                  </a:lnTo>
                  <a:cubicBezTo>
                    <a:pt x="782111" y="850047"/>
                    <a:pt x="792088" y="840070"/>
                    <a:pt x="792088" y="827763"/>
                  </a:cubicBezTo>
                  <a:lnTo>
                    <a:pt x="792088" y="512331"/>
                  </a:lnTo>
                  <a:cubicBezTo>
                    <a:pt x="792088" y="500024"/>
                    <a:pt x="782111" y="490047"/>
                    <a:pt x="769804" y="490047"/>
                  </a:cubicBezTo>
                  <a:close/>
                  <a:moveTo>
                    <a:pt x="426839" y="206501"/>
                  </a:moveTo>
                  <a:lnTo>
                    <a:pt x="111407" y="206501"/>
                  </a:lnTo>
                  <a:cubicBezTo>
                    <a:pt x="99100" y="206501"/>
                    <a:pt x="89123" y="216478"/>
                    <a:pt x="89123" y="228785"/>
                  </a:cubicBezTo>
                  <a:lnTo>
                    <a:pt x="89123" y="256217"/>
                  </a:lnTo>
                  <a:cubicBezTo>
                    <a:pt x="89123" y="268524"/>
                    <a:pt x="99100" y="278501"/>
                    <a:pt x="111407" y="278501"/>
                  </a:cubicBezTo>
                  <a:lnTo>
                    <a:pt x="426839" y="278501"/>
                  </a:lnTo>
                  <a:cubicBezTo>
                    <a:pt x="439146" y="278501"/>
                    <a:pt x="449123" y="268524"/>
                    <a:pt x="449123" y="256217"/>
                  </a:cubicBezTo>
                  <a:lnTo>
                    <a:pt x="449123" y="228785"/>
                  </a:lnTo>
                  <a:cubicBezTo>
                    <a:pt x="449123" y="216478"/>
                    <a:pt x="439146" y="206501"/>
                    <a:pt x="426839" y="206501"/>
                  </a:cubicBezTo>
                  <a:close/>
                  <a:moveTo>
                    <a:pt x="648072" y="0"/>
                  </a:moveTo>
                  <a:lnTo>
                    <a:pt x="648072" y="344973"/>
                  </a:lnTo>
                  <a:cubicBezTo>
                    <a:pt x="1409499" y="481795"/>
                    <a:pt x="1988619" y="1125496"/>
                    <a:pt x="1999000" y="1904381"/>
                  </a:cubicBezTo>
                  <a:cubicBezTo>
                    <a:pt x="2009572" y="2697665"/>
                    <a:pt x="1426686" y="3365444"/>
                    <a:pt x="648072" y="3504501"/>
                  </a:cubicBezTo>
                  <a:lnTo>
                    <a:pt x="648072" y="3816424"/>
                  </a:lnTo>
                  <a:lnTo>
                    <a:pt x="0" y="3816424"/>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ko-KR" altLang="en-US" sz="2026"/>
            </a:p>
          </p:txBody>
        </p:sp>
      </p:grpSp>
      <p:sp>
        <p:nvSpPr>
          <p:cNvPr id="5" name="TextBox 4">
            <a:extLst>
              <a:ext uri="{FF2B5EF4-FFF2-40B4-BE49-F238E27FC236}">
                <a16:creationId xmlns:a16="http://schemas.microsoft.com/office/drawing/2014/main" id="{0BBD67AF-C6B1-4972-953C-B0460B1CE7E0}"/>
              </a:ext>
            </a:extLst>
          </p:cNvPr>
          <p:cNvSpPr txBox="1"/>
          <p:nvPr/>
        </p:nvSpPr>
        <p:spPr>
          <a:xfrm>
            <a:off x="970782" y="1879477"/>
            <a:ext cx="2122897" cy="507831"/>
          </a:xfrm>
          <a:prstGeom prst="rect">
            <a:avLst/>
          </a:prstGeom>
          <a:noFill/>
        </p:spPr>
        <p:txBody>
          <a:bodyPr wrap="square" rtlCol="0">
            <a:spAutoFit/>
          </a:bodyPr>
          <a:lstStyle/>
          <a:p>
            <a:r>
              <a:rPr lang="en-US" altLang="ko-KR" sz="1350" b="1" dirty="0">
                <a:solidFill>
                  <a:srgbClr val="F24889"/>
                </a:solidFill>
              </a:rPr>
              <a:t>Softpro India Computer Technologies (P) Ltd</a:t>
            </a:r>
            <a:endParaRPr lang="ko-KR" altLang="en-US" sz="1350" b="1" dirty="0">
              <a:solidFill>
                <a:srgbClr val="F24889"/>
              </a:solidFill>
            </a:endParaRPr>
          </a:p>
        </p:txBody>
      </p:sp>
      <p:sp>
        <p:nvSpPr>
          <p:cNvPr id="6" name="TextBox 5">
            <a:extLst>
              <a:ext uri="{FF2B5EF4-FFF2-40B4-BE49-F238E27FC236}">
                <a16:creationId xmlns:a16="http://schemas.microsoft.com/office/drawing/2014/main" id="{7525B777-4CDD-4EDA-A1A5-75BADD9A21BB}"/>
              </a:ext>
            </a:extLst>
          </p:cNvPr>
          <p:cNvSpPr txBox="1"/>
          <p:nvPr/>
        </p:nvSpPr>
        <p:spPr>
          <a:xfrm>
            <a:off x="974252" y="2343998"/>
            <a:ext cx="1953193" cy="415498"/>
          </a:xfrm>
          <a:prstGeom prst="rect">
            <a:avLst/>
          </a:prstGeom>
          <a:noFill/>
        </p:spPr>
        <p:txBody>
          <a:bodyPr wrap="square" rtlCol="0">
            <a:spAutoFit/>
          </a:bodyPr>
          <a:lstStyle/>
          <a:p>
            <a:r>
              <a:rPr lang="en-US" altLang="ko-KR" sz="1050" b="1" dirty="0"/>
              <a:t>Software Development Division</a:t>
            </a:r>
          </a:p>
        </p:txBody>
      </p:sp>
      <p:sp>
        <p:nvSpPr>
          <p:cNvPr id="7" name="Text Placeholder 1">
            <a:extLst>
              <a:ext uri="{FF2B5EF4-FFF2-40B4-BE49-F238E27FC236}">
                <a16:creationId xmlns:a16="http://schemas.microsoft.com/office/drawing/2014/main" id="{206381AD-4C2B-4745-99B1-0BBCE6131A71}"/>
              </a:ext>
            </a:extLst>
          </p:cNvPr>
          <p:cNvSpPr txBox="1">
            <a:spLocks/>
          </p:cNvSpPr>
          <p:nvPr/>
        </p:nvSpPr>
        <p:spPr>
          <a:xfrm>
            <a:off x="242647" y="254632"/>
            <a:ext cx="8679898" cy="5431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latinLnBrk="1">
              <a:spcBef>
                <a:spcPct val="0"/>
              </a:spcBef>
              <a:buNone/>
            </a:pPr>
            <a:r>
              <a:rPr lang="en-US" b="1" dirty="0" err="1">
                <a:latin typeface="+mj-lt"/>
                <a:ea typeface="+mj-ea"/>
                <a:cs typeface="+mj-cs"/>
              </a:rPr>
              <a:t>Softpro</a:t>
            </a:r>
            <a:r>
              <a:rPr lang="en-US" b="1" dirty="0">
                <a:latin typeface="+mj-lt"/>
                <a:ea typeface="+mj-ea"/>
                <a:cs typeface="+mj-cs"/>
              </a:rPr>
              <a:t> Infographic</a:t>
            </a:r>
          </a:p>
        </p:txBody>
      </p:sp>
      <p:sp>
        <p:nvSpPr>
          <p:cNvPr id="8" name="Chevron 2">
            <a:extLst>
              <a:ext uri="{FF2B5EF4-FFF2-40B4-BE49-F238E27FC236}">
                <a16:creationId xmlns:a16="http://schemas.microsoft.com/office/drawing/2014/main" id="{ED9974C4-478E-4588-BF78-DBAAB030E765}"/>
              </a:ext>
            </a:extLst>
          </p:cNvPr>
          <p:cNvSpPr/>
          <p:nvPr/>
        </p:nvSpPr>
        <p:spPr>
          <a:xfrm>
            <a:off x="7198086" y="2797543"/>
            <a:ext cx="1291724" cy="177029"/>
          </a:xfrm>
          <a:prstGeom prst="chevron">
            <a:avLst>
              <a:gd name="adj" fmla="val 399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5" dirty="0">
              <a:solidFill>
                <a:schemeClr val="tx1"/>
              </a:solidFill>
            </a:endParaRPr>
          </a:p>
        </p:txBody>
      </p:sp>
      <p:sp>
        <p:nvSpPr>
          <p:cNvPr id="9" name="Chevron 11">
            <a:extLst>
              <a:ext uri="{FF2B5EF4-FFF2-40B4-BE49-F238E27FC236}">
                <a16:creationId xmlns:a16="http://schemas.microsoft.com/office/drawing/2014/main" id="{826D43D2-F660-4AD4-B674-7FB46260AF71}"/>
              </a:ext>
            </a:extLst>
          </p:cNvPr>
          <p:cNvSpPr/>
          <p:nvPr/>
        </p:nvSpPr>
        <p:spPr>
          <a:xfrm>
            <a:off x="864393" y="2797543"/>
            <a:ext cx="1291724" cy="177029"/>
          </a:xfrm>
          <a:prstGeom prst="chevron">
            <a:avLst>
              <a:gd name="adj" fmla="val 39922"/>
            </a:avLst>
          </a:prstGeom>
          <a:solidFill>
            <a:srgbClr val="F2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5" dirty="0">
              <a:solidFill>
                <a:schemeClr val="tx1"/>
              </a:solidFill>
            </a:endParaRPr>
          </a:p>
        </p:txBody>
      </p:sp>
      <p:sp>
        <p:nvSpPr>
          <p:cNvPr id="10" name="Chevron 19">
            <a:extLst>
              <a:ext uri="{FF2B5EF4-FFF2-40B4-BE49-F238E27FC236}">
                <a16:creationId xmlns:a16="http://schemas.microsoft.com/office/drawing/2014/main" id="{51E31419-CCDB-40D8-B898-47AB5DCD4003}"/>
              </a:ext>
            </a:extLst>
          </p:cNvPr>
          <p:cNvSpPr/>
          <p:nvPr/>
        </p:nvSpPr>
        <p:spPr>
          <a:xfrm>
            <a:off x="2446607" y="2797543"/>
            <a:ext cx="1291724" cy="177029"/>
          </a:xfrm>
          <a:prstGeom prst="chevron">
            <a:avLst>
              <a:gd name="adj" fmla="val 3992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5" dirty="0">
              <a:solidFill>
                <a:schemeClr val="tx1"/>
              </a:solidFill>
            </a:endParaRPr>
          </a:p>
        </p:txBody>
      </p:sp>
      <p:sp>
        <p:nvSpPr>
          <p:cNvPr id="11" name="Chevron 27">
            <a:extLst>
              <a:ext uri="{FF2B5EF4-FFF2-40B4-BE49-F238E27FC236}">
                <a16:creationId xmlns:a16="http://schemas.microsoft.com/office/drawing/2014/main" id="{DC69A51A-0245-4349-9298-4ADACB90CE5E}"/>
              </a:ext>
            </a:extLst>
          </p:cNvPr>
          <p:cNvSpPr/>
          <p:nvPr/>
        </p:nvSpPr>
        <p:spPr>
          <a:xfrm>
            <a:off x="4028821" y="2797543"/>
            <a:ext cx="1291724" cy="177029"/>
          </a:xfrm>
          <a:prstGeom prst="chevron">
            <a:avLst>
              <a:gd name="adj" fmla="val 39922"/>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5" dirty="0">
              <a:solidFill>
                <a:schemeClr val="tx1"/>
              </a:solidFill>
            </a:endParaRPr>
          </a:p>
        </p:txBody>
      </p:sp>
      <p:sp>
        <p:nvSpPr>
          <p:cNvPr id="12" name="Chevron 35">
            <a:extLst>
              <a:ext uri="{FF2B5EF4-FFF2-40B4-BE49-F238E27FC236}">
                <a16:creationId xmlns:a16="http://schemas.microsoft.com/office/drawing/2014/main" id="{5DF325AB-2726-4DE3-97D2-EEBA908BF030}"/>
              </a:ext>
            </a:extLst>
          </p:cNvPr>
          <p:cNvSpPr/>
          <p:nvPr/>
        </p:nvSpPr>
        <p:spPr>
          <a:xfrm>
            <a:off x="5615869" y="2797543"/>
            <a:ext cx="1291724" cy="177029"/>
          </a:xfrm>
          <a:prstGeom prst="chevron">
            <a:avLst>
              <a:gd name="adj" fmla="val 399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5" dirty="0">
              <a:solidFill>
                <a:schemeClr val="tx1"/>
              </a:solidFill>
            </a:endParaRPr>
          </a:p>
        </p:txBody>
      </p:sp>
      <p:cxnSp>
        <p:nvCxnSpPr>
          <p:cNvPr id="13" name="Straight Connector 12">
            <a:extLst>
              <a:ext uri="{FF2B5EF4-FFF2-40B4-BE49-F238E27FC236}">
                <a16:creationId xmlns:a16="http://schemas.microsoft.com/office/drawing/2014/main" id="{A36D9599-9AD9-4545-8B4A-ACC80847C403}"/>
              </a:ext>
            </a:extLst>
          </p:cNvPr>
          <p:cNvCxnSpPr>
            <a:cxnSpLocks/>
          </p:cNvCxnSpPr>
          <p:nvPr/>
        </p:nvCxnSpPr>
        <p:spPr>
          <a:xfrm flipH="1" flipV="1">
            <a:off x="717003" y="1937942"/>
            <a:ext cx="11404" cy="960120"/>
          </a:xfrm>
          <a:prstGeom prst="line">
            <a:avLst/>
          </a:prstGeom>
          <a:ln w="38100">
            <a:solidFill>
              <a:srgbClr val="F24889"/>
            </a:solidFill>
            <a:headEnd type="oval"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1C70060-27C9-4D4B-B9B9-09C2F51DCC7E}"/>
              </a:ext>
            </a:extLst>
          </p:cNvPr>
          <p:cNvCxnSpPr>
            <a:cxnSpLocks/>
          </p:cNvCxnSpPr>
          <p:nvPr/>
        </p:nvCxnSpPr>
        <p:spPr>
          <a:xfrm>
            <a:off x="2301362" y="2888060"/>
            <a:ext cx="1" cy="960120"/>
          </a:xfrm>
          <a:prstGeom prst="line">
            <a:avLst/>
          </a:prstGeom>
          <a:ln w="38100">
            <a:solidFill>
              <a:schemeClr val="accent2"/>
            </a:solidFill>
            <a:headEnd type="oval"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9A8999E-5AE1-4A5D-B901-407F4A27B462}"/>
              </a:ext>
            </a:extLst>
          </p:cNvPr>
          <p:cNvCxnSpPr>
            <a:cxnSpLocks/>
          </p:cNvCxnSpPr>
          <p:nvPr/>
        </p:nvCxnSpPr>
        <p:spPr>
          <a:xfrm flipV="1">
            <a:off x="3883576" y="1937942"/>
            <a:ext cx="0" cy="960120"/>
          </a:xfrm>
          <a:prstGeom prst="line">
            <a:avLst/>
          </a:prstGeom>
          <a:ln w="38100">
            <a:solidFill>
              <a:schemeClr val="accent3"/>
            </a:solidFill>
            <a:headEnd type="oval"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D517732-80FA-4C62-934B-E9A8149FAF88}"/>
              </a:ext>
            </a:extLst>
          </p:cNvPr>
          <p:cNvCxnSpPr>
            <a:cxnSpLocks/>
          </p:cNvCxnSpPr>
          <p:nvPr/>
        </p:nvCxnSpPr>
        <p:spPr>
          <a:xfrm>
            <a:off x="5465790" y="2889913"/>
            <a:ext cx="4835" cy="960120"/>
          </a:xfrm>
          <a:prstGeom prst="line">
            <a:avLst/>
          </a:prstGeom>
          <a:ln w="38100">
            <a:solidFill>
              <a:schemeClr val="accent4"/>
            </a:solidFill>
            <a:headEnd type="oval"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4451581-9183-410B-8ADB-530208E698BA}"/>
              </a:ext>
            </a:extLst>
          </p:cNvPr>
          <p:cNvCxnSpPr>
            <a:cxnSpLocks/>
          </p:cNvCxnSpPr>
          <p:nvPr/>
        </p:nvCxnSpPr>
        <p:spPr>
          <a:xfrm flipV="1">
            <a:off x="7052838" y="1937942"/>
            <a:ext cx="1" cy="960120"/>
          </a:xfrm>
          <a:prstGeom prst="line">
            <a:avLst/>
          </a:prstGeom>
          <a:ln w="38100">
            <a:solidFill>
              <a:schemeClr val="accent5"/>
            </a:solidFill>
            <a:headEnd type="oval" w="med" len="med"/>
          </a:ln>
        </p:spPr>
        <p:style>
          <a:lnRef idx="1">
            <a:schemeClr val="accent1"/>
          </a:lnRef>
          <a:fillRef idx="0">
            <a:schemeClr val="accent1"/>
          </a:fillRef>
          <a:effectRef idx="0">
            <a:schemeClr val="accent1"/>
          </a:effectRef>
          <a:fontRef idx="minor">
            <a:schemeClr val="tx1"/>
          </a:fontRef>
        </p:style>
      </p:cxnSp>
      <p:sp>
        <p:nvSpPr>
          <p:cNvPr id="18" name="직사각형 113">
            <a:extLst>
              <a:ext uri="{FF2B5EF4-FFF2-40B4-BE49-F238E27FC236}">
                <a16:creationId xmlns:a16="http://schemas.microsoft.com/office/drawing/2014/main" id="{F353A542-DE71-48E5-8116-933AA7B70136}"/>
              </a:ext>
            </a:extLst>
          </p:cNvPr>
          <p:cNvSpPr>
            <a:spLocks noChangeArrowheads="1"/>
          </p:cNvSpPr>
          <p:nvPr/>
        </p:nvSpPr>
        <p:spPr bwMode="auto">
          <a:xfrm>
            <a:off x="974253" y="1459590"/>
            <a:ext cx="1072006" cy="415498"/>
          </a:xfrm>
          <a:prstGeom prst="rect">
            <a:avLst/>
          </a:prstGeom>
          <a:noFill/>
          <a:ln w="9525">
            <a:noFill/>
            <a:miter lim="800000"/>
            <a:headEnd/>
            <a:tailEnd/>
          </a:ln>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2100" b="1" dirty="0">
                <a:solidFill>
                  <a:schemeClr val="tx1">
                    <a:lumMod val="75000"/>
                    <a:lumOff val="25000"/>
                  </a:schemeClr>
                </a:solidFill>
                <a:cs typeface="Arial" charset="0"/>
              </a:rPr>
              <a:t>2004</a:t>
            </a:r>
            <a:endParaRPr lang="ko-KR" altLang="en-US" sz="2100" dirty="0">
              <a:solidFill>
                <a:schemeClr val="tx1">
                  <a:lumMod val="75000"/>
                  <a:lumOff val="25000"/>
                </a:schemeClr>
              </a:solidFill>
            </a:endParaRPr>
          </a:p>
        </p:txBody>
      </p:sp>
      <p:sp>
        <p:nvSpPr>
          <p:cNvPr id="19" name="직사각형 113">
            <a:extLst>
              <a:ext uri="{FF2B5EF4-FFF2-40B4-BE49-F238E27FC236}">
                <a16:creationId xmlns:a16="http://schemas.microsoft.com/office/drawing/2014/main" id="{CE603E83-E92E-42FB-A72B-DE72D6B7C9FA}"/>
              </a:ext>
            </a:extLst>
          </p:cNvPr>
          <p:cNvSpPr>
            <a:spLocks noChangeArrowheads="1"/>
          </p:cNvSpPr>
          <p:nvPr/>
        </p:nvSpPr>
        <p:spPr bwMode="auto">
          <a:xfrm>
            <a:off x="2557676" y="3931327"/>
            <a:ext cx="1072006" cy="415498"/>
          </a:xfrm>
          <a:prstGeom prst="rect">
            <a:avLst/>
          </a:prstGeom>
          <a:noFill/>
          <a:ln w="9525">
            <a:noFill/>
            <a:miter lim="800000"/>
            <a:headEnd/>
            <a:tailEnd/>
          </a:ln>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2100" b="1" dirty="0">
                <a:solidFill>
                  <a:schemeClr val="tx1">
                    <a:lumMod val="75000"/>
                    <a:lumOff val="25000"/>
                  </a:schemeClr>
                </a:solidFill>
                <a:cs typeface="Arial" charset="0"/>
              </a:rPr>
              <a:t>2018</a:t>
            </a:r>
            <a:endParaRPr lang="ko-KR" altLang="en-US" sz="2100" dirty="0">
              <a:solidFill>
                <a:schemeClr val="tx1">
                  <a:lumMod val="75000"/>
                  <a:lumOff val="25000"/>
                </a:schemeClr>
              </a:solidFill>
            </a:endParaRPr>
          </a:p>
        </p:txBody>
      </p:sp>
      <p:sp>
        <p:nvSpPr>
          <p:cNvPr id="20" name="직사각형 113">
            <a:extLst>
              <a:ext uri="{FF2B5EF4-FFF2-40B4-BE49-F238E27FC236}">
                <a16:creationId xmlns:a16="http://schemas.microsoft.com/office/drawing/2014/main" id="{6A49C0C4-FA7F-49D4-A2EC-25B9288AFBB0}"/>
              </a:ext>
            </a:extLst>
          </p:cNvPr>
          <p:cNvSpPr>
            <a:spLocks noChangeArrowheads="1"/>
          </p:cNvSpPr>
          <p:nvPr/>
        </p:nvSpPr>
        <p:spPr bwMode="auto">
          <a:xfrm>
            <a:off x="4141099" y="1459590"/>
            <a:ext cx="1072006" cy="415498"/>
          </a:xfrm>
          <a:prstGeom prst="rect">
            <a:avLst/>
          </a:prstGeom>
          <a:noFill/>
          <a:ln w="9525">
            <a:noFill/>
            <a:miter lim="800000"/>
            <a:headEnd/>
            <a:tailEnd/>
          </a:ln>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2100" b="1" dirty="0">
                <a:solidFill>
                  <a:schemeClr val="tx1">
                    <a:lumMod val="75000"/>
                    <a:lumOff val="25000"/>
                  </a:schemeClr>
                </a:solidFill>
                <a:cs typeface="Arial" charset="0"/>
              </a:rPr>
              <a:t>2008</a:t>
            </a:r>
            <a:endParaRPr lang="ko-KR" altLang="en-US" sz="2100" dirty="0">
              <a:solidFill>
                <a:schemeClr val="tx1">
                  <a:lumMod val="75000"/>
                  <a:lumOff val="25000"/>
                </a:schemeClr>
              </a:solidFill>
            </a:endParaRPr>
          </a:p>
        </p:txBody>
      </p:sp>
      <p:sp>
        <p:nvSpPr>
          <p:cNvPr id="21" name="직사각형 113">
            <a:extLst>
              <a:ext uri="{FF2B5EF4-FFF2-40B4-BE49-F238E27FC236}">
                <a16:creationId xmlns:a16="http://schemas.microsoft.com/office/drawing/2014/main" id="{39A1C9FA-089F-4B3D-B99C-AA8EFF9CA349}"/>
              </a:ext>
            </a:extLst>
          </p:cNvPr>
          <p:cNvSpPr>
            <a:spLocks noChangeArrowheads="1"/>
          </p:cNvSpPr>
          <p:nvPr/>
        </p:nvSpPr>
        <p:spPr bwMode="auto">
          <a:xfrm>
            <a:off x="5724522" y="3931327"/>
            <a:ext cx="1072006" cy="415498"/>
          </a:xfrm>
          <a:prstGeom prst="rect">
            <a:avLst/>
          </a:prstGeom>
          <a:noFill/>
          <a:ln w="9525">
            <a:noFill/>
            <a:miter lim="800000"/>
            <a:headEnd/>
            <a:tailEnd/>
          </a:ln>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2100" b="1" dirty="0">
                <a:solidFill>
                  <a:schemeClr val="tx1">
                    <a:lumMod val="75000"/>
                    <a:lumOff val="25000"/>
                  </a:schemeClr>
                </a:solidFill>
                <a:cs typeface="Arial" charset="0"/>
              </a:rPr>
              <a:t>2020</a:t>
            </a:r>
            <a:endParaRPr lang="ko-KR" altLang="en-US" sz="2100" dirty="0">
              <a:solidFill>
                <a:schemeClr val="tx1">
                  <a:lumMod val="75000"/>
                  <a:lumOff val="25000"/>
                </a:schemeClr>
              </a:solidFill>
            </a:endParaRPr>
          </a:p>
        </p:txBody>
      </p:sp>
      <p:sp>
        <p:nvSpPr>
          <p:cNvPr id="22" name="직사각형 113">
            <a:extLst>
              <a:ext uri="{FF2B5EF4-FFF2-40B4-BE49-F238E27FC236}">
                <a16:creationId xmlns:a16="http://schemas.microsoft.com/office/drawing/2014/main" id="{6A498E54-E24B-484E-A415-1E9F234B1E0B}"/>
              </a:ext>
            </a:extLst>
          </p:cNvPr>
          <p:cNvSpPr>
            <a:spLocks noChangeArrowheads="1"/>
          </p:cNvSpPr>
          <p:nvPr/>
        </p:nvSpPr>
        <p:spPr bwMode="auto">
          <a:xfrm>
            <a:off x="7307946" y="1459590"/>
            <a:ext cx="1072006" cy="415498"/>
          </a:xfrm>
          <a:prstGeom prst="rect">
            <a:avLst/>
          </a:prstGeom>
          <a:noFill/>
          <a:ln w="9525">
            <a:noFill/>
            <a:miter lim="800000"/>
            <a:headEnd/>
            <a:tailEnd/>
          </a:ln>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2100" b="1" dirty="0">
                <a:solidFill>
                  <a:schemeClr val="tx1">
                    <a:lumMod val="75000"/>
                    <a:lumOff val="25000"/>
                  </a:schemeClr>
                </a:solidFill>
                <a:cs typeface="Arial" charset="0"/>
              </a:rPr>
              <a:t>2014</a:t>
            </a:r>
            <a:endParaRPr lang="ko-KR" altLang="en-US" sz="2100" dirty="0">
              <a:solidFill>
                <a:schemeClr val="tx1">
                  <a:lumMod val="75000"/>
                  <a:lumOff val="25000"/>
                </a:schemeClr>
              </a:solidFill>
            </a:endParaRPr>
          </a:p>
        </p:txBody>
      </p:sp>
      <p:sp>
        <p:nvSpPr>
          <p:cNvPr id="23" name="Oval 21">
            <a:extLst>
              <a:ext uri="{FF2B5EF4-FFF2-40B4-BE49-F238E27FC236}">
                <a16:creationId xmlns:a16="http://schemas.microsoft.com/office/drawing/2014/main" id="{E42BFD25-0FA6-4F92-BBBA-47FB27A31CB6}"/>
              </a:ext>
            </a:extLst>
          </p:cNvPr>
          <p:cNvSpPr>
            <a:spLocks noChangeAspect="1"/>
          </p:cNvSpPr>
          <p:nvPr/>
        </p:nvSpPr>
        <p:spPr>
          <a:xfrm>
            <a:off x="3628162" y="1438883"/>
            <a:ext cx="510827" cy="447703"/>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ko-KR" altLang="en-US" sz="2026"/>
          </a:p>
        </p:txBody>
      </p:sp>
      <p:sp>
        <p:nvSpPr>
          <p:cNvPr id="24" name="Rectangle 5">
            <a:extLst>
              <a:ext uri="{FF2B5EF4-FFF2-40B4-BE49-F238E27FC236}">
                <a16:creationId xmlns:a16="http://schemas.microsoft.com/office/drawing/2014/main" id="{23D29F28-F946-4763-B6F0-2704C7ED296E}"/>
              </a:ext>
            </a:extLst>
          </p:cNvPr>
          <p:cNvSpPr>
            <a:spLocks noChangeAspect="1"/>
          </p:cNvSpPr>
          <p:nvPr/>
        </p:nvSpPr>
        <p:spPr>
          <a:xfrm>
            <a:off x="2078832" y="3923039"/>
            <a:ext cx="428501" cy="428180"/>
          </a:xfrm>
          <a:custGeom>
            <a:avLst/>
            <a:gdLst/>
            <a:ahLst/>
            <a:cxnLst/>
            <a:rect l="l" t="t" r="r" b="b"/>
            <a:pathLst>
              <a:path w="3971162" h="3968213">
                <a:moveTo>
                  <a:pt x="808855" y="2815607"/>
                </a:moveTo>
                <a:lnTo>
                  <a:pt x="1168895" y="2815607"/>
                </a:lnTo>
                <a:lnTo>
                  <a:pt x="1168895" y="3175607"/>
                </a:lnTo>
                <a:lnTo>
                  <a:pt x="808855" y="3175607"/>
                </a:lnTo>
                <a:close/>
                <a:moveTo>
                  <a:pt x="697665" y="2704397"/>
                </a:moveTo>
                <a:lnTo>
                  <a:pt x="697665" y="3286817"/>
                </a:lnTo>
                <a:lnTo>
                  <a:pt x="1280085" y="3286817"/>
                </a:lnTo>
                <a:lnTo>
                  <a:pt x="1280085" y="2704397"/>
                </a:lnTo>
                <a:close/>
                <a:moveTo>
                  <a:pt x="537750" y="2544482"/>
                </a:moveTo>
                <a:lnTo>
                  <a:pt x="1440000" y="2544482"/>
                </a:lnTo>
                <a:lnTo>
                  <a:pt x="1440000" y="3446732"/>
                </a:lnTo>
                <a:lnTo>
                  <a:pt x="537750" y="3446732"/>
                </a:lnTo>
                <a:close/>
                <a:moveTo>
                  <a:pt x="0" y="2528213"/>
                </a:moveTo>
                <a:lnTo>
                  <a:pt x="360000" y="2528213"/>
                </a:lnTo>
                <a:lnTo>
                  <a:pt x="360000" y="3608213"/>
                </a:lnTo>
                <a:lnTo>
                  <a:pt x="1440000" y="3608213"/>
                </a:lnTo>
                <a:lnTo>
                  <a:pt x="1440000" y="3968213"/>
                </a:lnTo>
                <a:lnTo>
                  <a:pt x="360000" y="3968213"/>
                </a:lnTo>
                <a:lnTo>
                  <a:pt x="0" y="3968213"/>
                </a:lnTo>
                <a:lnTo>
                  <a:pt x="0" y="3608213"/>
                </a:lnTo>
                <a:close/>
                <a:moveTo>
                  <a:pt x="3605829" y="2524046"/>
                </a:moveTo>
                <a:lnTo>
                  <a:pt x="3965829" y="2524046"/>
                </a:lnTo>
                <a:lnTo>
                  <a:pt x="3965829" y="3604046"/>
                </a:lnTo>
                <a:lnTo>
                  <a:pt x="3965829" y="3964046"/>
                </a:lnTo>
                <a:lnTo>
                  <a:pt x="3605829" y="3964046"/>
                </a:lnTo>
                <a:lnTo>
                  <a:pt x="2525829" y="3964046"/>
                </a:lnTo>
                <a:lnTo>
                  <a:pt x="2525829" y="3604046"/>
                </a:lnTo>
                <a:lnTo>
                  <a:pt x="3605829" y="3604046"/>
                </a:lnTo>
                <a:close/>
                <a:moveTo>
                  <a:pt x="1542677" y="2468095"/>
                </a:moveTo>
                <a:lnTo>
                  <a:pt x="1758701" y="2468095"/>
                </a:lnTo>
                <a:lnTo>
                  <a:pt x="1758701" y="2835684"/>
                </a:lnTo>
                <a:lnTo>
                  <a:pt x="1542677" y="2835684"/>
                </a:lnTo>
                <a:close/>
                <a:moveTo>
                  <a:pt x="3174101" y="2437460"/>
                </a:moveTo>
                <a:lnTo>
                  <a:pt x="3390125" y="2437460"/>
                </a:lnTo>
                <a:lnTo>
                  <a:pt x="3390125" y="2663201"/>
                </a:lnTo>
                <a:lnTo>
                  <a:pt x="3174101" y="2663201"/>
                </a:lnTo>
                <a:close/>
                <a:moveTo>
                  <a:pt x="2809842" y="2295613"/>
                </a:moveTo>
                <a:lnTo>
                  <a:pt x="3025866" y="2295613"/>
                </a:lnTo>
                <a:lnTo>
                  <a:pt x="3025866" y="2663202"/>
                </a:lnTo>
                <a:lnTo>
                  <a:pt x="3389097" y="2663202"/>
                </a:lnTo>
                <a:lnTo>
                  <a:pt x="3389097" y="2873898"/>
                </a:lnTo>
                <a:lnTo>
                  <a:pt x="3389097" y="2873898"/>
                </a:lnTo>
                <a:lnTo>
                  <a:pt x="3389097" y="3446732"/>
                </a:lnTo>
                <a:lnTo>
                  <a:pt x="3173073" y="3446732"/>
                </a:lnTo>
                <a:lnTo>
                  <a:pt x="3173073" y="2879226"/>
                </a:lnTo>
                <a:lnTo>
                  <a:pt x="3021508" y="2879226"/>
                </a:lnTo>
                <a:lnTo>
                  <a:pt x="3021508" y="2663202"/>
                </a:lnTo>
                <a:lnTo>
                  <a:pt x="2809842" y="2663202"/>
                </a:lnTo>
                <a:close/>
                <a:moveTo>
                  <a:pt x="2093780" y="2089306"/>
                </a:moveTo>
                <a:lnTo>
                  <a:pt x="2309804" y="2089306"/>
                </a:lnTo>
                <a:lnTo>
                  <a:pt x="2309804" y="2315047"/>
                </a:lnTo>
                <a:lnTo>
                  <a:pt x="2093780" y="2315047"/>
                </a:lnTo>
                <a:close/>
                <a:moveTo>
                  <a:pt x="2656492" y="1853849"/>
                </a:moveTo>
                <a:lnTo>
                  <a:pt x="2872516" y="1853849"/>
                </a:lnTo>
                <a:lnTo>
                  <a:pt x="2872516" y="2038657"/>
                </a:lnTo>
                <a:lnTo>
                  <a:pt x="2989835" y="2038657"/>
                </a:lnTo>
                <a:lnTo>
                  <a:pt x="2989835" y="1887092"/>
                </a:lnTo>
                <a:lnTo>
                  <a:pt x="3205859" y="1887092"/>
                </a:lnTo>
                <a:lnTo>
                  <a:pt x="3205859" y="2028940"/>
                </a:lnTo>
                <a:lnTo>
                  <a:pt x="3390125" y="2028940"/>
                </a:lnTo>
                <a:lnTo>
                  <a:pt x="3390125" y="2254681"/>
                </a:lnTo>
                <a:lnTo>
                  <a:pt x="3205859" y="2254681"/>
                </a:lnTo>
                <a:lnTo>
                  <a:pt x="3174101" y="2254681"/>
                </a:lnTo>
                <a:lnTo>
                  <a:pt x="3005149" y="2254681"/>
                </a:lnTo>
                <a:lnTo>
                  <a:pt x="2989835" y="2254681"/>
                </a:lnTo>
                <a:lnTo>
                  <a:pt x="2688721" y="2254681"/>
                </a:lnTo>
                <a:lnTo>
                  <a:pt x="2688721" y="2447179"/>
                </a:lnTo>
                <a:lnTo>
                  <a:pt x="2488606" y="2447179"/>
                </a:lnTo>
                <a:lnTo>
                  <a:pt x="2488606" y="2663841"/>
                </a:lnTo>
                <a:lnTo>
                  <a:pt x="2486018" y="2663841"/>
                </a:lnTo>
                <a:lnTo>
                  <a:pt x="2486018" y="2846997"/>
                </a:lnTo>
                <a:lnTo>
                  <a:pt x="2840287" y="2846997"/>
                </a:lnTo>
                <a:lnTo>
                  <a:pt x="2840287" y="3046907"/>
                </a:lnTo>
                <a:lnTo>
                  <a:pt x="3045880" y="3046907"/>
                </a:lnTo>
                <a:lnTo>
                  <a:pt x="3045880" y="3272648"/>
                </a:lnTo>
                <a:lnTo>
                  <a:pt x="2829856" y="3272648"/>
                </a:lnTo>
                <a:lnTo>
                  <a:pt x="2829856" y="3063021"/>
                </a:lnTo>
                <a:lnTo>
                  <a:pt x="2472698" y="3063021"/>
                </a:lnTo>
                <a:lnTo>
                  <a:pt x="2472698" y="2847499"/>
                </a:lnTo>
                <a:lnTo>
                  <a:pt x="2093780" y="2847499"/>
                </a:lnTo>
                <a:lnTo>
                  <a:pt x="2088510" y="2847499"/>
                </a:lnTo>
                <a:lnTo>
                  <a:pt x="1910267" y="2847499"/>
                </a:lnTo>
                <a:lnTo>
                  <a:pt x="1910267" y="3028023"/>
                </a:lnTo>
                <a:lnTo>
                  <a:pt x="2277575" y="3028023"/>
                </a:lnTo>
                <a:lnTo>
                  <a:pt x="2277575" y="3241488"/>
                </a:lnTo>
                <a:lnTo>
                  <a:pt x="2829855" y="3241488"/>
                </a:lnTo>
                <a:lnTo>
                  <a:pt x="2829855" y="3457512"/>
                </a:lnTo>
                <a:lnTo>
                  <a:pt x="2269993" y="3457512"/>
                </a:lnTo>
                <a:lnTo>
                  <a:pt x="2269993" y="3244047"/>
                </a:lnTo>
                <a:lnTo>
                  <a:pt x="2111604" y="3244047"/>
                </a:lnTo>
                <a:lnTo>
                  <a:pt x="2111604" y="3446733"/>
                </a:lnTo>
                <a:lnTo>
                  <a:pt x="1744015" y="3446733"/>
                </a:lnTo>
                <a:lnTo>
                  <a:pt x="1744015" y="3230709"/>
                </a:lnTo>
                <a:lnTo>
                  <a:pt x="1909986" y="3230709"/>
                </a:lnTo>
                <a:lnTo>
                  <a:pt x="1909986" y="3051709"/>
                </a:lnTo>
                <a:lnTo>
                  <a:pt x="1542678" y="3051709"/>
                </a:lnTo>
                <a:lnTo>
                  <a:pt x="1542678" y="2835685"/>
                </a:lnTo>
                <a:lnTo>
                  <a:pt x="1877756" y="2835685"/>
                </a:lnTo>
                <a:lnTo>
                  <a:pt x="1877756" y="2315047"/>
                </a:lnTo>
                <a:lnTo>
                  <a:pt x="2093780" y="2315047"/>
                </a:lnTo>
                <a:lnTo>
                  <a:pt x="2093780" y="2631475"/>
                </a:lnTo>
                <a:lnTo>
                  <a:pt x="2272582" y="2631475"/>
                </a:lnTo>
                <a:lnTo>
                  <a:pt x="2272582" y="2438100"/>
                </a:lnTo>
                <a:lnTo>
                  <a:pt x="2472697" y="2438100"/>
                </a:lnTo>
                <a:lnTo>
                  <a:pt x="2472697" y="2254681"/>
                </a:lnTo>
                <a:lnTo>
                  <a:pt x="2472697" y="2221438"/>
                </a:lnTo>
                <a:lnTo>
                  <a:pt x="2472697" y="2038657"/>
                </a:lnTo>
                <a:lnTo>
                  <a:pt x="2656492" y="2038657"/>
                </a:lnTo>
                <a:close/>
                <a:moveTo>
                  <a:pt x="2989836" y="1667759"/>
                </a:moveTo>
                <a:lnTo>
                  <a:pt x="3357425" y="1667759"/>
                </a:lnTo>
                <a:lnTo>
                  <a:pt x="3357425" y="1883783"/>
                </a:lnTo>
                <a:lnTo>
                  <a:pt x="2989836" y="1883783"/>
                </a:lnTo>
                <a:close/>
                <a:moveTo>
                  <a:pt x="2309586" y="1554888"/>
                </a:moveTo>
                <a:lnTo>
                  <a:pt x="2829824" y="1554888"/>
                </a:lnTo>
                <a:lnTo>
                  <a:pt x="2829824" y="1770912"/>
                </a:lnTo>
                <a:lnTo>
                  <a:pt x="2525643" y="1770912"/>
                </a:lnTo>
                <a:lnTo>
                  <a:pt x="2525643" y="1927296"/>
                </a:lnTo>
                <a:lnTo>
                  <a:pt x="2309619" y="1927296"/>
                </a:lnTo>
                <a:lnTo>
                  <a:pt x="2309619" y="1770912"/>
                </a:lnTo>
                <a:lnTo>
                  <a:pt x="2309586" y="1770912"/>
                </a:lnTo>
                <a:close/>
                <a:moveTo>
                  <a:pt x="616397" y="1550030"/>
                </a:moveTo>
                <a:lnTo>
                  <a:pt x="808855" y="1550030"/>
                </a:lnTo>
                <a:lnTo>
                  <a:pt x="832421" y="1550030"/>
                </a:lnTo>
                <a:lnTo>
                  <a:pt x="1024879" y="1550030"/>
                </a:lnTo>
                <a:lnTo>
                  <a:pt x="1024879" y="1775771"/>
                </a:lnTo>
                <a:lnTo>
                  <a:pt x="832421" y="1775771"/>
                </a:lnTo>
                <a:lnTo>
                  <a:pt x="832421" y="2079590"/>
                </a:lnTo>
                <a:lnTo>
                  <a:pt x="1028931" y="2079590"/>
                </a:lnTo>
                <a:lnTo>
                  <a:pt x="1192537" y="2079590"/>
                </a:lnTo>
                <a:lnTo>
                  <a:pt x="1244955" y="2079590"/>
                </a:lnTo>
                <a:lnTo>
                  <a:pt x="1244955" y="2231155"/>
                </a:lnTo>
                <a:lnTo>
                  <a:pt x="1468668" y="2231155"/>
                </a:lnTo>
                <a:lnTo>
                  <a:pt x="1468668" y="2447179"/>
                </a:lnTo>
                <a:lnTo>
                  <a:pt x="1244955" y="2447179"/>
                </a:lnTo>
                <a:lnTo>
                  <a:pt x="1244955" y="2447179"/>
                </a:lnTo>
                <a:lnTo>
                  <a:pt x="1028931" y="2447179"/>
                </a:lnTo>
                <a:lnTo>
                  <a:pt x="1028931" y="2295614"/>
                </a:lnTo>
                <a:lnTo>
                  <a:pt x="619703" y="2295614"/>
                </a:lnTo>
                <a:lnTo>
                  <a:pt x="619703" y="2082482"/>
                </a:lnTo>
                <a:lnTo>
                  <a:pt x="616397" y="2082482"/>
                </a:lnTo>
                <a:close/>
                <a:moveTo>
                  <a:pt x="1747452" y="1324289"/>
                </a:moveTo>
                <a:lnTo>
                  <a:pt x="1963476" y="1324289"/>
                </a:lnTo>
                <a:lnTo>
                  <a:pt x="1963476" y="1528779"/>
                </a:lnTo>
                <a:lnTo>
                  <a:pt x="2151955" y="1528779"/>
                </a:lnTo>
                <a:lnTo>
                  <a:pt x="2151955" y="1754520"/>
                </a:lnTo>
                <a:lnTo>
                  <a:pt x="1935931" y="1754520"/>
                </a:lnTo>
                <a:lnTo>
                  <a:pt x="1935931" y="1550030"/>
                </a:lnTo>
                <a:lnTo>
                  <a:pt x="1758702" y="1550030"/>
                </a:lnTo>
                <a:lnTo>
                  <a:pt x="1758702" y="1863566"/>
                </a:lnTo>
                <a:lnTo>
                  <a:pt x="2119726" y="1863566"/>
                </a:lnTo>
                <a:lnTo>
                  <a:pt x="2119726" y="2079590"/>
                </a:lnTo>
                <a:lnTo>
                  <a:pt x="1761543" y="2079590"/>
                </a:lnTo>
                <a:lnTo>
                  <a:pt x="1761543" y="2259540"/>
                </a:lnTo>
                <a:lnTo>
                  <a:pt x="1545519" y="2259540"/>
                </a:lnTo>
                <a:lnTo>
                  <a:pt x="1545519" y="2082482"/>
                </a:lnTo>
                <a:lnTo>
                  <a:pt x="1542678" y="2082482"/>
                </a:lnTo>
                <a:lnTo>
                  <a:pt x="1542678" y="2079589"/>
                </a:lnTo>
                <a:lnTo>
                  <a:pt x="1030691" y="2079589"/>
                </a:lnTo>
                <a:lnTo>
                  <a:pt x="1030691" y="1863565"/>
                </a:lnTo>
                <a:lnTo>
                  <a:pt x="1192537" y="1863565"/>
                </a:lnTo>
                <a:lnTo>
                  <a:pt x="1192537" y="1662900"/>
                </a:lnTo>
                <a:lnTo>
                  <a:pt x="1440000" y="1662900"/>
                </a:lnTo>
                <a:lnTo>
                  <a:pt x="1440000" y="1863565"/>
                </a:lnTo>
                <a:lnTo>
                  <a:pt x="1542678" y="1863565"/>
                </a:lnTo>
                <a:lnTo>
                  <a:pt x="1542678" y="1550030"/>
                </a:lnTo>
                <a:lnTo>
                  <a:pt x="1747452" y="1550030"/>
                </a:lnTo>
                <a:close/>
                <a:moveTo>
                  <a:pt x="2802267" y="814725"/>
                </a:moveTo>
                <a:lnTo>
                  <a:pt x="3162307" y="814725"/>
                </a:lnTo>
                <a:lnTo>
                  <a:pt x="3162307" y="1174725"/>
                </a:lnTo>
                <a:lnTo>
                  <a:pt x="2802267" y="1174725"/>
                </a:lnTo>
                <a:close/>
                <a:moveTo>
                  <a:pt x="884915" y="814725"/>
                </a:moveTo>
                <a:lnTo>
                  <a:pt x="1244955" y="814725"/>
                </a:lnTo>
                <a:lnTo>
                  <a:pt x="1244955" y="1174725"/>
                </a:lnTo>
                <a:lnTo>
                  <a:pt x="884915" y="1174725"/>
                </a:lnTo>
                <a:close/>
                <a:moveTo>
                  <a:pt x="2691077" y="703515"/>
                </a:moveTo>
                <a:lnTo>
                  <a:pt x="2691077" y="1285935"/>
                </a:lnTo>
                <a:lnTo>
                  <a:pt x="3273497" y="1285935"/>
                </a:lnTo>
                <a:lnTo>
                  <a:pt x="3273497" y="703515"/>
                </a:lnTo>
                <a:close/>
                <a:moveTo>
                  <a:pt x="773725" y="703515"/>
                </a:moveTo>
                <a:lnTo>
                  <a:pt x="773725" y="1285935"/>
                </a:lnTo>
                <a:lnTo>
                  <a:pt x="1356145" y="1285935"/>
                </a:lnTo>
                <a:lnTo>
                  <a:pt x="1356145" y="703515"/>
                </a:lnTo>
                <a:close/>
                <a:moveTo>
                  <a:pt x="2531162" y="543600"/>
                </a:moveTo>
                <a:lnTo>
                  <a:pt x="3433412" y="543600"/>
                </a:lnTo>
                <a:lnTo>
                  <a:pt x="3433412" y="1445850"/>
                </a:lnTo>
                <a:lnTo>
                  <a:pt x="2531162" y="1445850"/>
                </a:lnTo>
                <a:close/>
                <a:moveTo>
                  <a:pt x="613810" y="543600"/>
                </a:moveTo>
                <a:lnTo>
                  <a:pt x="1516060" y="543600"/>
                </a:lnTo>
                <a:lnTo>
                  <a:pt x="1516060" y="1445850"/>
                </a:lnTo>
                <a:lnTo>
                  <a:pt x="613810" y="1445850"/>
                </a:lnTo>
                <a:close/>
                <a:moveTo>
                  <a:pt x="2088509" y="543244"/>
                </a:moveTo>
                <a:lnTo>
                  <a:pt x="2283187" y="543244"/>
                </a:lnTo>
                <a:lnTo>
                  <a:pt x="2283187" y="759268"/>
                </a:lnTo>
                <a:lnTo>
                  <a:pt x="2088509" y="759268"/>
                </a:lnTo>
                <a:close/>
                <a:moveTo>
                  <a:pt x="1751276" y="543243"/>
                </a:moveTo>
                <a:lnTo>
                  <a:pt x="1967300" y="543243"/>
                </a:lnTo>
                <a:lnTo>
                  <a:pt x="1967300" y="986389"/>
                </a:lnTo>
                <a:lnTo>
                  <a:pt x="2119726" y="986389"/>
                </a:lnTo>
                <a:lnTo>
                  <a:pt x="2119726" y="986388"/>
                </a:lnTo>
                <a:lnTo>
                  <a:pt x="2335750" y="986388"/>
                </a:lnTo>
                <a:lnTo>
                  <a:pt x="2335750" y="1491348"/>
                </a:lnTo>
                <a:lnTo>
                  <a:pt x="2119726" y="1491348"/>
                </a:lnTo>
                <a:lnTo>
                  <a:pt x="2119726" y="1202413"/>
                </a:lnTo>
                <a:lnTo>
                  <a:pt x="1747396" y="1202413"/>
                </a:lnTo>
                <a:lnTo>
                  <a:pt x="1747396" y="986389"/>
                </a:lnTo>
                <a:lnTo>
                  <a:pt x="1751276" y="986389"/>
                </a:lnTo>
                <a:close/>
                <a:moveTo>
                  <a:pt x="4409" y="5850"/>
                </a:moveTo>
                <a:lnTo>
                  <a:pt x="364409" y="5850"/>
                </a:lnTo>
                <a:lnTo>
                  <a:pt x="1444409" y="5850"/>
                </a:lnTo>
                <a:lnTo>
                  <a:pt x="1444409" y="365850"/>
                </a:lnTo>
                <a:lnTo>
                  <a:pt x="364409" y="365850"/>
                </a:lnTo>
                <a:lnTo>
                  <a:pt x="364409" y="1445850"/>
                </a:lnTo>
                <a:lnTo>
                  <a:pt x="4409" y="1445850"/>
                </a:lnTo>
                <a:lnTo>
                  <a:pt x="4409" y="365850"/>
                </a:lnTo>
                <a:close/>
                <a:moveTo>
                  <a:pt x="2531162" y="0"/>
                </a:moveTo>
                <a:lnTo>
                  <a:pt x="3611162" y="0"/>
                </a:lnTo>
                <a:lnTo>
                  <a:pt x="3971162" y="0"/>
                </a:lnTo>
                <a:lnTo>
                  <a:pt x="3971162" y="360000"/>
                </a:lnTo>
                <a:lnTo>
                  <a:pt x="3971162" y="1440000"/>
                </a:lnTo>
                <a:lnTo>
                  <a:pt x="3611162" y="1440000"/>
                </a:lnTo>
                <a:lnTo>
                  <a:pt x="3611162" y="360000"/>
                </a:lnTo>
                <a:lnTo>
                  <a:pt x="2531162" y="360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ko-KR" altLang="en-US" sz="2026">
              <a:solidFill>
                <a:schemeClr val="tx1"/>
              </a:solidFill>
            </a:endParaRPr>
          </a:p>
        </p:txBody>
      </p:sp>
      <p:sp>
        <p:nvSpPr>
          <p:cNvPr id="25" name="Oval 50">
            <a:extLst>
              <a:ext uri="{FF2B5EF4-FFF2-40B4-BE49-F238E27FC236}">
                <a16:creationId xmlns:a16="http://schemas.microsoft.com/office/drawing/2014/main" id="{033CC2A7-43E5-47E3-9660-4ED5F31D6CCC}"/>
              </a:ext>
            </a:extLst>
          </p:cNvPr>
          <p:cNvSpPr>
            <a:spLocks noChangeAspect="1"/>
          </p:cNvSpPr>
          <p:nvPr/>
        </p:nvSpPr>
        <p:spPr>
          <a:xfrm>
            <a:off x="495212" y="1423518"/>
            <a:ext cx="443580" cy="500996"/>
          </a:xfrm>
          <a:custGeom>
            <a:avLst/>
            <a:gdLst/>
            <a:ahLst/>
            <a:cxnLst/>
            <a:rect l="l" t="t" r="r" b="b"/>
            <a:pathLst>
              <a:path w="2868687" h="3240000">
                <a:moveTo>
                  <a:pt x="1433799" y="2290728"/>
                </a:moveTo>
                <a:cubicBezTo>
                  <a:pt x="1317650" y="2346839"/>
                  <a:pt x="1203301" y="2394700"/>
                  <a:pt x="1093028" y="2434329"/>
                </a:cubicBezTo>
                <a:cubicBezTo>
                  <a:pt x="1167481" y="2812207"/>
                  <a:pt x="1292592" y="3060000"/>
                  <a:pt x="1434343" y="3060000"/>
                </a:cubicBezTo>
                <a:cubicBezTo>
                  <a:pt x="1576138" y="3060000"/>
                  <a:pt x="1701284" y="2812053"/>
                  <a:pt x="1774025" y="2433735"/>
                </a:cubicBezTo>
                <a:cubicBezTo>
                  <a:pt x="1663854" y="2394452"/>
                  <a:pt x="1549823" y="2346469"/>
                  <a:pt x="1433799" y="2290728"/>
                </a:cubicBezTo>
                <a:close/>
                <a:moveTo>
                  <a:pt x="1824954" y="2078037"/>
                </a:moveTo>
                <a:cubicBezTo>
                  <a:pt x="1794480" y="2097450"/>
                  <a:pt x="1763147" y="2116057"/>
                  <a:pt x="1731343" y="2134419"/>
                </a:cubicBezTo>
                <a:lnTo>
                  <a:pt x="1635415" y="2187161"/>
                </a:lnTo>
                <a:cubicBezTo>
                  <a:pt x="1691788" y="2215044"/>
                  <a:pt x="1747931" y="2239109"/>
                  <a:pt x="1803378" y="2259350"/>
                </a:cubicBezTo>
                <a:cubicBezTo>
                  <a:pt x="1812120" y="2201101"/>
                  <a:pt x="1819148" y="2140526"/>
                  <a:pt x="1824954" y="2078037"/>
                </a:cubicBezTo>
                <a:close/>
                <a:moveTo>
                  <a:pt x="1042306" y="2077178"/>
                </a:moveTo>
                <a:cubicBezTo>
                  <a:pt x="1047949" y="2140175"/>
                  <a:pt x="1055328" y="2201182"/>
                  <a:pt x="1063873" y="2259905"/>
                </a:cubicBezTo>
                <a:cubicBezTo>
                  <a:pt x="1119365" y="2238275"/>
                  <a:pt x="1176217" y="2214355"/>
                  <a:pt x="1233887" y="2187801"/>
                </a:cubicBezTo>
                <a:cubicBezTo>
                  <a:pt x="1201538" y="2170955"/>
                  <a:pt x="1169452" y="2152957"/>
                  <a:pt x="1137343" y="2134419"/>
                </a:cubicBezTo>
                <a:close/>
                <a:moveTo>
                  <a:pt x="559768" y="1732679"/>
                </a:moveTo>
                <a:cubicBezTo>
                  <a:pt x="268524" y="1984850"/>
                  <a:pt x="116369" y="2217202"/>
                  <a:pt x="187266" y="2340000"/>
                </a:cubicBezTo>
                <a:cubicBezTo>
                  <a:pt x="258144" y="2462764"/>
                  <a:pt x="535307" y="2447213"/>
                  <a:pt x="899736" y="2322555"/>
                </a:cubicBezTo>
                <a:cubicBezTo>
                  <a:pt x="878937" y="2207297"/>
                  <a:pt x="863223" y="2084405"/>
                  <a:pt x="853746" y="1955834"/>
                </a:cubicBezTo>
                <a:cubicBezTo>
                  <a:pt x="747454" y="1883220"/>
                  <a:pt x="648878" y="1808453"/>
                  <a:pt x="559768" y="1732679"/>
                </a:cubicBezTo>
                <a:close/>
                <a:moveTo>
                  <a:pt x="2309048" y="1730507"/>
                </a:moveTo>
                <a:cubicBezTo>
                  <a:pt x="2220666" y="1807660"/>
                  <a:pt x="2121792" y="1882664"/>
                  <a:pt x="2015235" y="1955625"/>
                </a:cubicBezTo>
                <a:cubicBezTo>
                  <a:pt x="2005364" y="2084180"/>
                  <a:pt x="1989894" y="2207119"/>
                  <a:pt x="1967330" y="2322070"/>
                </a:cubicBezTo>
                <a:lnTo>
                  <a:pt x="2081685" y="2358048"/>
                </a:lnTo>
                <a:cubicBezTo>
                  <a:pt x="2116015" y="2320492"/>
                  <a:pt x="2165526" y="2297468"/>
                  <a:pt x="2220415" y="2297468"/>
                </a:cubicBezTo>
                <a:cubicBezTo>
                  <a:pt x="2302230" y="2297468"/>
                  <a:pt x="2372097" y="2348622"/>
                  <a:pt x="2399287" y="2420880"/>
                </a:cubicBezTo>
                <a:cubicBezTo>
                  <a:pt x="2542053" y="2432945"/>
                  <a:pt x="2642630" y="2407186"/>
                  <a:pt x="2681420" y="2340000"/>
                </a:cubicBezTo>
                <a:cubicBezTo>
                  <a:pt x="2752393" y="2217071"/>
                  <a:pt x="2599836" y="1984353"/>
                  <a:pt x="2309048" y="1730507"/>
                </a:cubicBezTo>
                <a:close/>
                <a:moveTo>
                  <a:pt x="2026056" y="1510554"/>
                </a:moveTo>
                <a:cubicBezTo>
                  <a:pt x="2027893" y="1546708"/>
                  <a:pt x="2028343" y="1583211"/>
                  <a:pt x="2028343" y="1620000"/>
                </a:cubicBezTo>
                <a:lnTo>
                  <a:pt x="2024251" y="1730716"/>
                </a:lnTo>
                <a:lnTo>
                  <a:pt x="2173722" y="1619092"/>
                </a:lnTo>
                <a:cubicBezTo>
                  <a:pt x="2127526" y="1582190"/>
                  <a:pt x="2078507" y="1545517"/>
                  <a:pt x="2026056" y="1510554"/>
                </a:cubicBezTo>
                <a:close/>
                <a:moveTo>
                  <a:pt x="844436" y="1509285"/>
                </a:moveTo>
                <a:lnTo>
                  <a:pt x="694964" y="1620908"/>
                </a:lnTo>
                <a:cubicBezTo>
                  <a:pt x="741160" y="1657811"/>
                  <a:pt x="790179" y="1694484"/>
                  <a:pt x="842630" y="1729447"/>
                </a:cubicBezTo>
                <a:cubicBezTo>
                  <a:pt x="840793" y="1693293"/>
                  <a:pt x="840343" y="1656790"/>
                  <a:pt x="840343" y="1620000"/>
                </a:cubicBezTo>
                <a:close/>
                <a:moveTo>
                  <a:pt x="1434343" y="1361184"/>
                </a:moveTo>
                <a:cubicBezTo>
                  <a:pt x="1573534" y="1361184"/>
                  <a:pt x="1686371" y="1474021"/>
                  <a:pt x="1686371" y="1613212"/>
                </a:cubicBezTo>
                <a:cubicBezTo>
                  <a:pt x="1686371" y="1752403"/>
                  <a:pt x="1573534" y="1865240"/>
                  <a:pt x="1434343" y="1865240"/>
                </a:cubicBezTo>
                <a:cubicBezTo>
                  <a:pt x="1295152" y="1865240"/>
                  <a:pt x="1182315" y="1752403"/>
                  <a:pt x="1182315" y="1613212"/>
                </a:cubicBezTo>
                <a:cubicBezTo>
                  <a:pt x="1182315" y="1474021"/>
                  <a:pt x="1295152" y="1361184"/>
                  <a:pt x="1434343" y="1361184"/>
                </a:cubicBezTo>
                <a:close/>
                <a:moveTo>
                  <a:pt x="1433770" y="1149513"/>
                </a:moveTo>
                <a:cubicBezTo>
                  <a:pt x="1365445" y="1183896"/>
                  <a:pt x="1296585" y="1221489"/>
                  <a:pt x="1227343" y="1261466"/>
                </a:cubicBezTo>
                <a:lnTo>
                  <a:pt x="1027157" y="1384911"/>
                </a:lnTo>
                <a:cubicBezTo>
                  <a:pt x="1022222" y="1461370"/>
                  <a:pt x="1020343" y="1539922"/>
                  <a:pt x="1020343" y="1620000"/>
                </a:cubicBezTo>
                <a:lnTo>
                  <a:pt x="1028287" y="1855786"/>
                </a:lnTo>
                <a:cubicBezTo>
                  <a:pt x="1091680" y="1898065"/>
                  <a:pt x="1158394" y="1938727"/>
                  <a:pt x="1227343" y="1978535"/>
                </a:cubicBezTo>
                <a:lnTo>
                  <a:pt x="1434916" y="2090488"/>
                </a:lnTo>
                <a:cubicBezTo>
                  <a:pt x="1503241" y="2056105"/>
                  <a:pt x="1572101" y="2018511"/>
                  <a:pt x="1641343" y="1978535"/>
                </a:cubicBezTo>
                <a:lnTo>
                  <a:pt x="1841530" y="1855090"/>
                </a:lnTo>
                <a:cubicBezTo>
                  <a:pt x="1846464" y="1778631"/>
                  <a:pt x="1848343" y="1700079"/>
                  <a:pt x="1848343" y="1620000"/>
                </a:cubicBezTo>
                <a:lnTo>
                  <a:pt x="1840399" y="1384214"/>
                </a:lnTo>
                <a:cubicBezTo>
                  <a:pt x="1777006" y="1341936"/>
                  <a:pt x="1710293" y="1301274"/>
                  <a:pt x="1641343" y="1261466"/>
                </a:cubicBezTo>
                <a:close/>
                <a:moveTo>
                  <a:pt x="1065308" y="980650"/>
                </a:moveTo>
                <a:cubicBezTo>
                  <a:pt x="1056566" y="1038899"/>
                  <a:pt x="1049538" y="1099475"/>
                  <a:pt x="1043732" y="1161964"/>
                </a:cubicBezTo>
                <a:cubicBezTo>
                  <a:pt x="1074206" y="1142551"/>
                  <a:pt x="1105539" y="1123943"/>
                  <a:pt x="1137343" y="1105581"/>
                </a:cubicBezTo>
                <a:lnTo>
                  <a:pt x="1233271" y="1052839"/>
                </a:lnTo>
                <a:cubicBezTo>
                  <a:pt x="1176898" y="1024957"/>
                  <a:pt x="1120756" y="1000892"/>
                  <a:pt x="1065308" y="980650"/>
                </a:cubicBezTo>
                <a:close/>
                <a:moveTo>
                  <a:pt x="1804814" y="980095"/>
                </a:moveTo>
                <a:cubicBezTo>
                  <a:pt x="1749321" y="1001726"/>
                  <a:pt x="1692469" y="1025646"/>
                  <a:pt x="1634800" y="1052200"/>
                </a:cubicBezTo>
                <a:cubicBezTo>
                  <a:pt x="1667149" y="1069046"/>
                  <a:pt x="1699234" y="1087043"/>
                  <a:pt x="1731343" y="1105581"/>
                </a:cubicBezTo>
                <a:lnTo>
                  <a:pt x="1826380" y="1162822"/>
                </a:lnTo>
                <a:cubicBezTo>
                  <a:pt x="1820738" y="1099825"/>
                  <a:pt x="1813359" y="1038819"/>
                  <a:pt x="1804814" y="980095"/>
                </a:cubicBezTo>
                <a:close/>
                <a:moveTo>
                  <a:pt x="2432236" y="816002"/>
                </a:moveTo>
                <a:cubicBezTo>
                  <a:pt x="2308930" y="820546"/>
                  <a:pt x="2149627" y="855445"/>
                  <a:pt x="1968950" y="917446"/>
                </a:cubicBezTo>
                <a:cubicBezTo>
                  <a:pt x="1989749" y="1032703"/>
                  <a:pt x="2005463" y="1155596"/>
                  <a:pt x="2014941" y="1284167"/>
                </a:cubicBezTo>
                <a:cubicBezTo>
                  <a:pt x="2121232" y="1356780"/>
                  <a:pt x="2219808" y="1431548"/>
                  <a:pt x="2308918" y="1507322"/>
                </a:cubicBezTo>
                <a:cubicBezTo>
                  <a:pt x="2600162" y="1255150"/>
                  <a:pt x="2752317" y="1022798"/>
                  <a:pt x="2681420" y="900000"/>
                </a:cubicBezTo>
                <a:cubicBezTo>
                  <a:pt x="2645694" y="838121"/>
                  <a:pt x="2557557" y="811383"/>
                  <a:pt x="2432236" y="816002"/>
                </a:cubicBezTo>
                <a:close/>
                <a:moveTo>
                  <a:pt x="436450" y="816001"/>
                </a:moveTo>
                <a:cubicBezTo>
                  <a:pt x="311129" y="811383"/>
                  <a:pt x="222992" y="838121"/>
                  <a:pt x="187266" y="900000"/>
                </a:cubicBezTo>
                <a:cubicBezTo>
                  <a:pt x="158404" y="949991"/>
                  <a:pt x="166508" y="1018139"/>
                  <a:pt x="206887" y="1097970"/>
                </a:cubicBezTo>
                <a:cubicBezTo>
                  <a:pt x="213842" y="1096217"/>
                  <a:pt x="221021" y="1095812"/>
                  <a:pt x="228294" y="1095812"/>
                </a:cubicBezTo>
                <a:cubicBezTo>
                  <a:pt x="334372" y="1095812"/>
                  <a:pt x="420366" y="1181806"/>
                  <a:pt x="420366" y="1287884"/>
                </a:cubicBezTo>
                <a:cubicBezTo>
                  <a:pt x="420366" y="1314219"/>
                  <a:pt x="415066" y="1339317"/>
                  <a:pt x="405427" y="1362148"/>
                </a:cubicBezTo>
                <a:cubicBezTo>
                  <a:pt x="450585" y="1410442"/>
                  <a:pt x="502437" y="1459559"/>
                  <a:pt x="559639" y="1509493"/>
                </a:cubicBezTo>
                <a:cubicBezTo>
                  <a:pt x="648020" y="1432341"/>
                  <a:pt x="746894" y="1357336"/>
                  <a:pt x="853451" y="1284376"/>
                </a:cubicBezTo>
                <a:cubicBezTo>
                  <a:pt x="863322" y="1155820"/>
                  <a:pt x="878792" y="1032881"/>
                  <a:pt x="901357" y="917930"/>
                </a:cubicBezTo>
                <a:cubicBezTo>
                  <a:pt x="719999" y="855651"/>
                  <a:pt x="560119" y="820559"/>
                  <a:pt x="436450" y="816001"/>
                </a:cubicBezTo>
                <a:close/>
                <a:moveTo>
                  <a:pt x="1434343" y="180000"/>
                </a:moveTo>
                <a:cubicBezTo>
                  <a:pt x="1292548" y="180000"/>
                  <a:pt x="1167402" y="427948"/>
                  <a:pt x="1094661" y="806265"/>
                </a:cubicBezTo>
                <a:cubicBezTo>
                  <a:pt x="1204832" y="845548"/>
                  <a:pt x="1318864" y="893532"/>
                  <a:pt x="1434887" y="949272"/>
                </a:cubicBezTo>
                <a:cubicBezTo>
                  <a:pt x="1551037" y="893162"/>
                  <a:pt x="1665385" y="845301"/>
                  <a:pt x="1775658" y="805671"/>
                </a:cubicBezTo>
                <a:cubicBezTo>
                  <a:pt x="1751860" y="684885"/>
                  <a:pt x="1722886" y="577390"/>
                  <a:pt x="1688823" y="487405"/>
                </a:cubicBezTo>
                <a:cubicBezTo>
                  <a:pt x="1688009" y="487647"/>
                  <a:pt x="1687191" y="487652"/>
                  <a:pt x="1686371" y="487652"/>
                </a:cubicBezTo>
                <a:cubicBezTo>
                  <a:pt x="1580293" y="487652"/>
                  <a:pt x="1494299" y="401658"/>
                  <a:pt x="1494299" y="295580"/>
                </a:cubicBezTo>
                <a:cubicBezTo>
                  <a:pt x="1494299" y="264819"/>
                  <a:pt x="1501530" y="235747"/>
                  <a:pt x="1516122" y="210837"/>
                </a:cubicBezTo>
                <a:cubicBezTo>
                  <a:pt x="1490583" y="189985"/>
                  <a:pt x="1462798" y="180000"/>
                  <a:pt x="1434343" y="180000"/>
                </a:cubicBezTo>
                <a:close/>
                <a:moveTo>
                  <a:pt x="1434343" y="0"/>
                </a:moveTo>
                <a:cubicBezTo>
                  <a:pt x="1509303" y="0"/>
                  <a:pt x="1581019" y="37868"/>
                  <a:pt x="1646062" y="107907"/>
                </a:cubicBezTo>
                <a:cubicBezTo>
                  <a:pt x="1659037" y="104972"/>
                  <a:pt x="1672533" y="103508"/>
                  <a:pt x="1686371" y="103508"/>
                </a:cubicBezTo>
                <a:cubicBezTo>
                  <a:pt x="1792449" y="103508"/>
                  <a:pt x="1878443" y="189502"/>
                  <a:pt x="1878443" y="295580"/>
                </a:cubicBezTo>
                <a:cubicBezTo>
                  <a:pt x="1878443" y="342831"/>
                  <a:pt x="1861381" y="386097"/>
                  <a:pt x="1831228" y="417985"/>
                </a:cubicBezTo>
                <a:cubicBezTo>
                  <a:pt x="1871860" y="515668"/>
                  <a:pt x="1906636" y="628220"/>
                  <a:pt x="1935357" y="752219"/>
                </a:cubicBezTo>
                <a:cubicBezTo>
                  <a:pt x="2379384" y="616814"/>
                  <a:pt x="2731816" y="627289"/>
                  <a:pt x="2837304" y="810000"/>
                </a:cubicBezTo>
                <a:cubicBezTo>
                  <a:pt x="2942793" y="992711"/>
                  <a:pt x="2775650" y="1303161"/>
                  <a:pt x="2436521" y="1620139"/>
                </a:cubicBezTo>
                <a:cubicBezTo>
                  <a:pt x="2775698" y="1936928"/>
                  <a:pt x="2942777" y="2247316"/>
                  <a:pt x="2837304" y="2430000"/>
                </a:cubicBezTo>
                <a:cubicBezTo>
                  <a:pt x="2771439" y="2544083"/>
                  <a:pt x="2609300" y="2591017"/>
                  <a:pt x="2388706" y="2577188"/>
                </a:cubicBezTo>
                <a:cubicBezTo>
                  <a:pt x="2358753" y="2639691"/>
                  <a:pt x="2294480" y="2681612"/>
                  <a:pt x="2220415" y="2681612"/>
                </a:cubicBezTo>
                <a:cubicBezTo>
                  <a:pt x="2122541" y="2681612"/>
                  <a:pt x="2041764" y="2608405"/>
                  <a:pt x="2030773" y="2513644"/>
                </a:cubicBezTo>
                <a:cubicBezTo>
                  <a:pt x="1999304" y="2506661"/>
                  <a:pt x="1967635" y="2497623"/>
                  <a:pt x="1935485" y="2487821"/>
                </a:cubicBezTo>
                <a:cubicBezTo>
                  <a:pt x="1830610" y="2940018"/>
                  <a:pt x="1645322" y="3240000"/>
                  <a:pt x="1434343" y="3240000"/>
                </a:cubicBezTo>
                <a:cubicBezTo>
                  <a:pt x="1223366" y="3240000"/>
                  <a:pt x="1038079" y="2940023"/>
                  <a:pt x="933330" y="2487781"/>
                </a:cubicBezTo>
                <a:cubicBezTo>
                  <a:pt x="489302" y="2623186"/>
                  <a:pt x="136870" y="2612712"/>
                  <a:pt x="31382" y="2430000"/>
                </a:cubicBezTo>
                <a:cubicBezTo>
                  <a:pt x="-74106" y="2247290"/>
                  <a:pt x="93037" y="1936840"/>
                  <a:pt x="432165" y="1619862"/>
                </a:cubicBezTo>
                <a:cubicBezTo>
                  <a:pt x="378689" y="1569916"/>
                  <a:pt x="329491" y="1520128"/>
                  <a:pt x="285801" y="1470219"/>
                </a:cubicBezTo>
                <a:cubicBezTo>
                  <a:pt x="267844" y="1476857"/>
                  <a:pt x="248431" y="1479956"/>
                  <a:pt x="228294" y="1479956"/>
                </a:cubicBezTo>
                <a:cubicBezTo>
                  <a:pt x="122216" y="1479956"/>
                  <a:pt x="36222" y="1393962"/>
                  <a:pt x="36222" y="1287884"/>
                </a:cubicBezTo>
                <a:cubicBezTo>
                  <a:pt x="36222" y="1246866"/>
                  <a:pt x="49080" y="1208850"/>
                  <a:pt x="73868" y="1179672"/>
                </a:cubicBezTo>
                <a:cubicBezTo>
                  <a:pt x="-4733" y="1033688"/>
                  <a:pt x="-23287" y="904690"/>
                  <a:pt x="31382" y="810000"/>
                </a:cubicBezTo>
                <a:cubicBezTo>
                  <a:pt x="136860" y="627306"/>
                  <a:pt x="489234" y="616816"/>
                  <a:pt x="933201" y="752179"/>
                </a:cubicBezTo>
                <a:cubicBezTo>
                  <a:pt x="1038076" y="299982"/>
                  <a:pt x="1223365" y="0"/>
                  <a:pt x="1434343" y="0"/>
                </a:cubicBezTo>
                <a:close/>
              </a:path>
            </a:pathLst>
          </a:custGeom>
          <a:solidFill>
            <a:srgbClr val="F2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5"/>
          </a:p>
        </p:txBody>
      </p:sp>
      <p:sp>
        <p:nvSpPr>
          <p:cNvPr id="26" name="TextBox 25">
            <a:extLst>
              <a:ext uri="{FF2B5EF4-FFF2-40B4-BE49-F238E27FC236}">
                <a16:creationId xmlns:a16="http://schemas.microsoft.com/office/drawing/2014/main" id="{0BBD67AF-C6B1-4972-953C-B0460B1CE7E0}"/>
              </a:ext>
            </a:extLst>
          </p:cNvPr>
          <p:cNvSpPr txBox="1"/>
          <p:nvPr/>
        </p:nvSpPr>
        <p:spPr>
          <a:xfrm>
            <a:off x="4084356" y="1859250"/>
            <a:ext cx="2122897" cy="507831"/>
          </a:xfrm>
          <a:prstGeom prst="rect">
            <a:avLst/>
          </a:prstGeom>
          <a:noFill/>
        </p:spPr>
        <p:txBody>
          <a:bodyPr wrap="square" rtlCol="0">
            <a:spAutoFit/>
          </a:bodyPr>
          <a:lstStyle/>
          <a:p>
            <a:r>
              <a:rPr lang="en-US" altLang="ko-KR" sz="1350" b="1" dirty="0">
                <a:solidFill>
                  <a:schemeClr val="accent3"/>
                </a:solidFill>
              </a:rPr>
              <a:t>Softpro Learning </a:t>
            </a:r>
          </a:p>
          <a:p>
            <a:r>
              <a:rPr lang="en-US" altLang="ko-KR" sz="1350" b="1" dirty="0">
                <a:solidFill>
                  <a:schemeClr val="accent3"/>
                </a:solidFill>
              </a:rPr>
              <a:t>Center</a:t>
            </a:r>
            <a:endParaRPr lang="ko-KR" altLang="en-US" sz="1350" b="1" dirty="0">
              <a:solidFill>
                <a:schemeClr val="accent3"/>
              </a:solidFill>
            </a:endParaRPr>
          </a:p>
        </p:txBody>
      </p:sp>
      <p:sp>
        <p:nvSpPr>
          <p:cNvPr id="27" name="TextBox 26">
            <a:extLst>
              <a:ext uri="{FF2B5EF4-FFF2-40B4-BE49-F238E27FC236}">
                <a16:creationId xmlns:a16="http://schemas.microsoft.com/office/drawing/2014/main" id="{0BBD67AF-C6B1-4972-953C-B0460B1CE7E0}"/>
              </a:ext>
            </a:extLst>
          </p:cNvPr>
          <p:cNvSpPr txBox="1"/>
          <p:nvPr/>
        </p:nvSpPr>
        <p:spPr>
          <a:xfrm>
            <a:off x="7296217" y="1912913"/>
            <a:ext cx="1847783" cy="507831"/>
          </a:xfrm>
          <a:prstGeom prst="rect">
            <a:avLst/>
          </a:prstGeom>
          <a:noFill/>
        </p:spPr>
        <p:txBody>
          <a:bodyPr wrap="square" rtlCol="0">
            <a:spAutoFit/>
          </a:bodyPr>
          <a:lstStyle/>
          <a:p>
            <a:r>
              <a:rPr lang="en-US" altLang="ko-KR" sz="1350" b="1" dirty="0">
                <a:solidFill>
                  <a:srgbClr val="7030A0"/>
                </a:solidFill>
              </a:rPr>
              <a:t>Softpro Innovations</a:t>
            </a:r>
          </a:p>
          <a:p>
            <a:r>
              <a:rPr lang="en-US" altLang="ko-KR" sz="1350" b="1" dirty="0">
                <a:solidFill>
                  <a:srgbClr val="7030A0"/>
                </a:solidFill>
              </a:rPr>
              <a:t>(P) Ltd</a:t>
            </a:r>
            <a:endParaRPr lang="ko-KR" altLang="en-US" sz="1350" b="1" dirty="0">
              <a:solidFill>
                <a:srgbClr val="7030A0"/>
              </a:solidFill>
            </a:endParaRPr>
          </a:p>
        </p:txBody>
      </p:sp>
      <p:sp>
        <p:nvSpPr>
          <p:cNvPr id="28" name="TextBox 27">
            <a:extLst>
              <a:ext uri="{FF2B5EF4-FFF2-40B4-BE49-F238E27FC236}">
                <a16:creationId xmlns:a16="http://schemas.microsoft.com/office/drawing/2014/main" id="{0BBD67AF-C6B1-4972-953C-B0460B1CE7E0}"/>
              </a:ext>
            </a:extLst>
          </p:cNvPr>
          <p:cNvSpPr txBox="1"/>
          <p:nvPr/>
        </p:nvSpPr>
        <p:spPr>
          <a:xfrm>
            <a:off x="2683798" y="3498814"/>
            <a:ext cx="1847783" cy="507831"/>
          </a:xfrm>
          <a:prstGeom prst="rect">
            <a:avLst/>
          </a:prstGeom>
          <a:noFill/>
        </p:spPr>
        <p:txBody>
          <a:bodyPr wrap="square" rtlCol="0">
            <a:spAutoFit/>
          </a:bodyPr>
          <a:lstStyle/>
          <a:p>
            <a:r>
              <a:rPr lang="en-US" altLang="ko-KR" sz="1350" b="1" dirty="0">
                <a:solidFill>
                  <a:schemeClr val="accent2"/>
                </a:solidFill>
              </a:rPr>
              <a:t>Softpro Foods</a:t>
            </a:r>
          </a:p>
          <a:p>
            <a:r>
              <a:rPr lang="en-US" altLang="ko-KR" sz="1350" b="1" dirty="0">
                <a:solidFill>
                  <a:schemeClr val="accent2"/>
                </a:solidFill>
              </a:rPr>
              <a:t>(P) Ltd</a:t>
            </a:r>
            <a:endParaRPr lang="ko-KR" altLang="en-US" sz="1350" b="1" dirty="0">
              <a:solidFill>
                <a:schemeClr val="accent2"/>
              </a:solidFill>
            </a:endParaRPr>
          </a:p>
        </p:txBody>
      </p:sp>
      <p:sp>
        <p:nvSpPr>
          <p:cNvPr id="29" name="TextBox 28">
            <a:extLst>
              <a:ext uri="{FF2B5EF4-FFF2-40B4-BE49-F238E27FC236}">
                <a16:creationId xmlns:a16="http://schemas.microsoft.com/office/drawing/2014/main" id="{0BBD67AF-C6B1-4972-953C-B0460B1CE7E0}"/>
              </a:ext>
            </a:extLst>
          </p:cNvPr>
          <p:cNvSpPr txBox="1"/>
          <p:nvPr/>
        </p:nvSpPr>
        <p:spPr>
          <a:xfrm>
            <a:off x="5781613" y="3460994"/>
            <a:ext cx="2598338" cy="507831"/>
          </a:xfrm>
          <a:prstGeom prst="rect">
            <a:avLst/>
          </a:prstGeom>
          <a:noFill/>
        </p:spPr>
        <p:txBody>
          <a:bodyPr wrap="square" rtlCol="0">
            <a:spAutoFit/>
          </a:bodyPr>
          <a:lstStyle/>
          <a:p>
            <a:r>
              <a:rPr lang="en-US" altLang="ko-KR" sz="1350" b="1" dirty="0">
                <a:solidFill>
                  <a:schemeClr val="accent4"/>
                </a:solidFill>
              </a:rPr>
              <a:t>POLYPREP</a:t>
            </a:r>
          </a:p>
          <a:p>
            <a:r>
              <a:rPr lang="en-US" altLang="ko-KR" sz="1350" b="1" dirty="0">
                <a:solidFill>
                  <a:schemeClr val="accent4"/>
                </a:solidFill>
              </a:rPr>
              <a:t>Knowledge @Your Doorstep</a:t>
            </a:r>
            <a:endParaRPr lang="ko-KR" altLang="en-US" sz="1350" b="1" dirty="0">
              <a:solidFill>
                <a:schemeClr val="accent4"/>
              </a:solidFill>
            </a:endParaRPr>
          </a:p>
        </p:txBody>
      </p:sp>
      <p:sp>
        <p:nvSpPr>
          <p:cNvPr id="30" name="TextBox 29">
            <a:extLst>
              <a:ext uri="{FF2B5EF4-FFF2-40B4-BE49-F238E27FC236}">
                <a16:creationId xmlns:a16="http://schemas.microsoft.com/office/drawing/2014/main" id="{7525B777-4CDD-4EDA-A1A5-75BADD9A21BB}"/>
              </a:ext>
            </a:extLst>
          </p:cNvPr>
          <p:cNvSpPr txBox="1"/>
          <p:nvPr/>
        </p:nvSpPr>
        <p:spPr>
          <a:xfrm>
            <a:off x="4028821" y="2343998"/>
            <a:ext cx="1953193" cy="415498"/>
          </a:xfrm>
          <a:prstGeom prst="rect">
            <a:avLst/>
          </a:prstGeom>
          <a:noFill/>
        </p:spPr>
        <p:txBody>
          <a:bodyPr wrap="square" rtlCol="0">
            <a:spAutoFit/>
          </a:bodyPr>
          <a:lstStyle/>
          <a:p>
            <a:r>
              <a:rPr lang="en-US" altLang="ko-KR" sz="1050" b="1" dirty="0"/>
              <a:t>Training &amp; Internship Division</a:t>
            </a:r>
          </a:p>
        </p:txBody>
      </p:sp>
      <p:sp>
        <p:nvSpPr>
          <p:cNvPr id="31" name="TextBox 30">
            <a:extLst>
              <a:ext uri="{FF2B5EF4-FFF2-40B4-BE49-F238E27FC236}">
                <a16:creationId xmlns:a16="http://schemas.microsoft.com/office/drawing/2014/main" id="{7525B777-4CDD-4EDA-A1A5-75BADD9A21BB}"/>
              </a:ext>
            </a:extLst>
          </p:cNvPr>
          <p:cNvSpPr txBox="1"/>
          <p:nvPr/>
        </p:nvSpPr>
        <p:spPr>
          <a:xfrm>
            <a:off x="7341671" y="2364225"/>
            <a:ext cx="1781858" cy="415498"/>
          </a:xfrm>
          <a:prstGeom prst="rect">
            <a:avLst/>
          </a:prstGeom>
          <a:noFill/>
        </p:spPr>
        <p:txBody>
          <a:bodyPr wrap="square" rtlCol="0">
            <a:spAutoFit/>
          </a:bodyPr>
          <a:lstStyle/>
          <a:p>
            <a:r>
              <a:rPr lang="en-US" altLang="ko-KR" sz="1050" b="1" dirty="0"/>
              <a:t>R&amp;D and Automation Division</a:t>
            </a:r>
          </a:p>
        </p:txBody>
      </p:sp>
      <p:sp>
        <p:nvSpPr>
          <p:cNvPr id="32" name="TextBox 31">
            <a:extLst>
              <a:ext uri="{FF2B5EF4-FFF2-40B4-BE49-F238E27FC236}">
                <a16:creationId xmlns:a16="http://schemas.microsoft.com/office/drawing/2014/main" id="{7525B777-4CDD-4EDA-A1A5-75BADD9A21BB}"/>
              </a:ext>
            </a:extLst>
          </p:cNvPr>
          <p:cNvSpPr txBox="1"/>
          <p:nvPr/>
        </p:nvSpPr>
        <p:spPr>
          <a:xfrm>
            <a:off x="2721490" y="3230161"/>
            <a:ext cx="1953193" cy="253916"/>
          </a:xfrm>
          <a:prstGeom prst="rect">
            <a:avLst/>
          </a:prstGeom>
          <a:noFill/>
        </p:spPr>
        <p:txBody>
          <a:bodyPr wrap="square" rtlCol="0">
            <a:spAutoFit/>
          </a:bodyPr>
          <a:lstStyle/>
          <a:p>
            <a:r>
              <a:rPr lang="en-US" altLang="ko-KR" sz="1050" b="1" dirty="0"/>
              <a:t>Agro Production Division</a:t>
            </a:r>
          </a:p>
        </p:txBody>
      </p:sp>
      <p:sp>
        <p:nvSpPr>
          <p:cNvPr id="33" name="TextBox 32">
            <a:extLst>
              <a:ext uri="{FF2B5EF4-FFF2-40B4-BE49-F238E27FC236}">
                <a16:creationId xmlns:a16="http://schemas.microsoft.com/office/drawing/2014/main" id="{7525B777-4CDD-4EDA-A1A5-75BADD9A21BB}"/>
              </a:ext>
            </a:extLst>
          </p:cNvPr>
          <p:cNvSpPr txBox="1"/>
          <p:nvPr/>
        </p:nvSpPr>
        <p:spPr>
          <a:xfrm>
            <a:off x="5781613" y="3230161"/>
            <a:ext cx="1953193" cy="253916"/>
          </a:xfrm>
          <a:prstGeom prst="rect">
            <a:avLst/>
          </a:prstGeom>
          <a:noFill/>
        </p:spPr>
        <p:txBody>
          <a:bodyPr wrap="square" rtlCol="0">
            <a:spAutoFit/>
          </a:bodyPr>
          <a:lstStyle/>
          <a:p>
            <a:r>
              <a:rPr lang="en-US" altLang="ko-KR" sz="1050" b="1" dirty="0"/>
              <a:t>E-Learning Division</a:t>
            </a:r>
          </a:p>
        </p:txBody>
      </p:sp>
      <p:sp>
        <p:nvSpPr>
          <p:cNvPr id="36" name="Oval 21">
            <a:extLst>
              <a:ext uri="{FF2B5EF4-FFF2-40B4-BE49-F238E27FC236}">
                <a16:creationId xmlns:a16="http://schemas.microsoft.com/office/drawing/2014/main" id="{E42BFD25-0FA6-4F92-BBBA-47FB27A31CB6}"/>
              </a:ext>
            </a:extLst>
          </p:cNvPr>
          <p:cNvSpPr>
            <a:spLocks noChangeAspect="1"/>
          </p:cNvSpPr>
          <p:nvPr/>
        </p:nvSpPr>
        <p:spPr>
          <a:xfrm>
            <a:off x="5215211" y="3927438"/>
            <a:ext cx="510827" cy="447703"/>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ko-KR" altLang="en-US" sz="2026">
              <a:solidFill>
                <a:schemeClr val="accent4"/>
              </a:solidFill>
            </a:endParaRPr>
          </a:p>
        </p:txBody>
      </p:sp>
      <p:sp>
        <p:nvSpPr>
          <p:cNvPr id="37" name="TextBox 36">
            <a:hlinkClick r:id="rId2"/>
            <a:extLst>
              <a:ext uri="{FF2B5EF4-FFF2-40B4-BE49-F238E27FC236}">
                <a16:creationId xmlns:a16="http://schemas.microsoft.com/office/drawing/2014/main" id="{F7CAA7C5-C07C-464A-97EA-561FFD10AE67}"/>
              </a:ext>
            </a:extLst>
          </p:cNvPr>
          <p:cNvSpPr txBox="1"/>
          <p:nvPr/>
        </p:nvSpPr>
        <p:spPr>
          <a:xfrm>
            <a:off x="0" y="4853388"/>
            <a:ext cx="9143889" cy="253916"/>
          </a:xfrm>
          <a:prstGeom prst="rect">
            <a:avLst/>
          </a:prstGeom>
          <a:noFill/>
        </p:spPr>
        <p:txBody>
          <a:bodyPr wrap="square" rtlCol="0">
            <a:spAutoFit/>
          </a:bodyPr>
          <a:lstStyle/>
          <a:p>
            <a:pPr algn="ctr"/>
            <a:r>
              <a:rPr lang="en-US" altLang="ko-KR" sz="1050" dirty="0">
                <a:cs typeface="Arial" pitchFamily="34" charset="0"/>
              </a:rPr>
              <a:t>http://www.trainingatsoftpro.com</a:t>
            </a:r>
            <a:endParaRPr lang="ko-KR" altLang="en-US" sz="1050" dirty="0">
              <a:cs typeface="Arial" pitchFamily="34" charset="0"/>
            </a:endParaRPr>
          </a:p>
        </p:txBody>
      </p:sp>
      <p:pic>
        <p:nvPicPr>
          <p:cNvPr id="39" name="Picture 38">
            <a:extLst>
              <a:ext uri="{FF2B5EF4-FFF2-40B4-BE49-F238E27FC236}">
                <a16:creationId xmlns:a16="http://schemas.microsoft.com/office/drawing/2014/main" id="{5D2D2D8A-9C11-4D1B-8B56-F2C7BE261C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0392" y="215951"/>
            <a:ext cx="824124" cy="391214"/>
          </a:xfrm>
          <a:prstGeom prst="rect">
            <a:avLst/>
          </a:prstGeom>
        </p:spPr>
      </p:pic>
    </p:spTree>
    <p:extLst>
      <p:ext uri="{BB962C8B-B14F-4D97-AF65-F5344CB8AC3E}">
        <p14:creationId xmlns:p14="http://schemas.microsoft.com/office/powerpoint/2010/main" val="3008404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40334-1588-478E-9D8B-635F4DCB7D94}"/>
              </a:ext>
            </a:extLst>
          </p:cNvPr>
          <p:cNvSpPr>
            <a:spLocks noGrp="1"/>
          </p:cNvSpPr>
          <p:nvPr>
            <p:ph type="title"/>
          </p:nvPr>
        </p:nvSpPr>
        <p:spPr>
          <a:xfrm>
            <a:off x="323528" y="195486"/>
            <a:ext cx="8820472" cy="776530"/>
          </a:xfrm>
        </p:spPr>
        <p:txBody>
          <a:bodyPr/>
          <a:lstStyle/>
          <a:p>
            <a:pPr algn="l">
              <a:lnSpc>
                <a:spcPct val="90000"/>
              </a:lnSpc>
            </a:pPr>
            <a:r>
              <a:rPr lang="en-IN" sz="2800" dirty="0">
                <a:solidFill>
                  <a:schemeClr val="tx1"/>
                </a:solidFill>
                <a:cs typeface="+mj-cs"/>
              </a:rPr>
              <a:t>About </a:t>
            </a:r>
            <a:r>
              <a:rPr lang="en-IN" sz="2800" dirty="0" err="1">
                <a:solidFill>
                  <a:schemeClr val="tx1"/>
                </a:solidFill>
                <a:cs typeface="+mj-cs"/>
              </a:rPr>
              <a:t>Softpro</a:t>
            </a:r>
            <a:endParaRPr lang="en-IN" sz="2800" dirty="0">
              <a:solidFill>
                <a:schemeClr val="tx1"/>
              </a:solidFill>
              <a:cs typeface="+mj-cs"/>
            </a:endParaRPr>
          </a:p>
        </p:txBody>
      </p:sp>
      <p:sp>
        <p:nvSpPr>
          <p:cNvPr id="4" name="TextBox 3">
            <a:extLst>
              <a:ext uri="{FF2B5EF4-FFF2-40B4-BE49-F238E27FC236}">
                <a16:creationId xmlns:a16="http://schemas.microsoft.com/office/drawing/2014/main" id="{45DAF5C7-5737-4655-BB2B-20C4B38BDF6D}"/>
              </a:ext>
            </a:extLst>
          </p:cNvPr>
          <p:cNvSpPr txBox="1"/>
          <p:nvPr/>
        </p:nvSpPr>
        <p:spPr>
          <a:xfrm>
            <a:off x="179512" y="1004908"/>
            <a:ext cx="8568952" cy="3930371"/>
          </a:xfrm>
          <a:prstGeom prst="rect">
            <a:avLst/>
          </a:prstGeom>
          <a:noFill/>
        </p:spPr>
        <p:txBody>
          <a:bodyPr wrap="square" rtlCol="0">
            <a:spAutoFit/>
          </a:bodyPr>
          <a:lstStyle/>
          <a:p>
            <a:pPr algn="just">
              <a:lnSpc>
                <a:spcPct val="150000"/>
              </a:lnSpc>
              <a:buClr>
                <a:srgbClr val="FF0000"/>
              </a:buClr>
            </a:pPr>
            <a:r>
              <a:rPr lang="en-IN" sz="1400" dirty="0"/>
              <a:t>Softpro India Computer Technologies (P) Ltd is a complete Technology Services and Solutions provider to </a:t>
            </a:r>
          </a:p>
          <a:p>
            <a:pPr algn="just">
              <a:lnSpc>
                <a:spcPct val="150000"/>
              </a:lnSpc>
              <a:buClr>
                <a:srgbClr val="FF0000"/>
              </a:buClr>
            </a:pPr>
            <a:r>
              <a:rPr lang="en-IN" sz="1400" dirty="0"/>
              <a:t>the clients. It is an ISO 9001:2015 Certified Company, incorporated in the year 2004, by Technocrats from </a:t>
            </a:r>
          </a:p>
          <a:p>
            <a:pPr algn="just">
              <a:lnSpc>
                <a:spcPct val="150000"/>
              </a:lnSpc>
              <a:buClr>
                <a:srgbClr val="FF0000"/>
              </a:buClr>
            </a:pPr>
            <a:r>
              <a:rPr lang="en-IN" sz="1400" dirty="0"/>
              <a:t>IIT Kanpur and IET Lucknow. The Company is devoted to provide Software Solutions to patrons in verticals like Manufacturing, IT Services, Pharmaceutical and Education Sector. Softpro is an acclaimed member of UPDESCO which facilitates software development in government sectors in UP.</a:t>
            </a:r>
          </a:p>
          <a:p>
            <a:pPr algn="just">
              <a:lnSpc>
                <a:spcPct val="150000"/>
              </a:lnSpc>
              <a:buClr>
                <a:srgbClr val="FF0000"/>
              </a:buClr>
            </a:pPr>
            <a:endParaRPr lang="en-IN" sz="1400" dirty="0"/>
          </a:p>
          <a:p>
            <a:pPr algn="just">
              <a:lnSpc>
                <a:spcPct val="150000"/>
              </a:lnSpc>
              <a:buClr>
                <a:srgbClr val="FF0000"/>
              </a:buClr>
            </a:pPr>
            <a:r>
              <a:rPr lang="en-IN" sz="1400" b="1" dirty="0"/>
              <a:t>Softpro Learning Centre</a:t>
            </a:r>
            <a:r>
              <a:rPr lang="en-IN" sz="1400" dirty="0"/>
              <a:t>: This vertical is the training division of the company commenced in 2008 with a perception to bridge the Technology Gap prevalent between students and professionals. Softpro Learning Centre has embarked itself as one of the most propitious centres for learning across UP and nearby states.</a:t>
            </a:r>
          </a:p>
          <a:p>
            <a:pPr algn="just">
              <a:lnSpc>
                <a:spcPct val="150000"/>
              </a:lnSpc>
              <a:buClr>
                <a:srgbClr val="FF0000"/>
              </a:buClr>
            </a:pPr>
            <a:endParaRPr lang="en-IN" sz="1400" dirty="0"/>
          </a:p>
          <a:p>
            <a:pPr algn="just">
              <a:lnSpc>
                <a:spcPct val="150000"/>
              </a:lnSpc>
              <a:buClr>
                <a:srgbClr val="FF0000"/>
              </a:buClr>
            </a:pPr>
            <a:endParaRPr lang="en-IN" sz="1400" dirty="0"/>
          </a:p>
          <a:p>
            <a:pPr algn="just">
              <a:lnSpc>
                <a:spcPct val="150000"/>
              </a:lnSpc>
              <a:buClr>
                <a:srgbClr val="FF0000"/>
              </a:buClr>
            </a:pPr>
            <a:endParaRPr lang="en-IN" sz="1400" dirty="0"/>
          </a:p>
        </p:txBody>
      </p:sp>
      <p:pic>
        <p:nvPicPr>
          <p:cNvPr id="5" name="Picture 4">
            <a:extLst>
              <a:ext uri="{FF2B5EF4-FFF2-40B4-BE49-F238E27FC236}">
                <a16:creationId xmlns:a16="http://schemas.microsoft.com/office/drawing/2014/main" id="{313F814A-2F24-43C6-A93E-A5D15FCBD4F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00392" y="215951"/>
            <a:ext cx="824124" cy="391214"/>
          </a:xfrm>
          <a:prstGeom prst="rect">
            <a:avLst/>
          </a:prstGeom>
        </p:spPr>
      </p:pic>
    </p:spTree>
    <p:extLst>
      <p:ext uri="{BB962C8B-B14F-4D97-AF65-F5344CB8AC3E}">
        <p14:creationId xmlns:p14="http://schemas.microsoft.com/office/powerpoint/2010/main" val="2599509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p:cNvPicPr>
            <a:picLocks noGrp="1" noChangeAspect="1"/>
          </p:cNvPicPr>
          <p:nvPr>
            <p:ph type="pic" idx="10"/>
          </p:nvPr>
        </p:nvPicPr>
        <p:blipFill>
          <a:blip r:embed="rId2" cstate="print">
            <a:extLst>
              <a:ext uri="{28A0092B-C50C-407E-A947-70E740481C1C}">
                <a14:useLocalDpi xmlns:a14="http://schemas.microsoft.com/office/drawing/2010/main" val="0"/>
              </a:ext>
            </a:extLst>
          </a:blip>
          <a:srcRect l="20370" r="20370"/>
          <a:stretch>
            <a:fillRect/>
          </a:stretch>
        </p:blipFill>
        <p:spPr/>
      </p:pic>
      <p:sp>
        <p:nvSpPr>
          <p:cNvPr id="21" name="Oval 20"/>
          <p:cNvSpPr/>
          <p:nvPr/>
        </p:nvSpPr>
        <p:spPr>
          <a:xfrm>
            <a:off x="4255702" y="2932080"/>
            <a:ext cx="632825" cy="632825"/>
          </a:xfrm>
          <a:prstGeom prst="ellipse">
            <a:avLst/>
          </a:prstGeom>
          <a:solidFill>
            <a:schemeClr val="accent2"/>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22" name="Oval 21"/>
          <p:cNvSpPr/>
          <p:nvPr/>
        </p:nvSpPr>
        <p:spPr>
          <a:xfrm>
            <a:off x="4255702" y="2069658"/>
            <a:ext cx="632825" cy="632825"/>
          </a:xfrm>
          <a:prstGeom prst="ellipse">
            <a:avLst/>
          </a:prstGeom>
          <a:solidFill>
            <a:schemeClr val="accent3"/>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23" name="Oval 22"/>
          <p:cNvSpPr/>
          <p:nvPr/>
        </p:nvSpPr>
        <p:spPr>
          <a:xfrm>
            <a:off x="4255702" y="3794502"/>
            <a:ext cx="632825" cy="632825"/>
          </a:xfrm>
          <a:prstGeom prst="ellipse">
            <a:avLst/>
          </a:prstGeom>
          <a:solidFill>
            <a:schemeClr val="accent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48" name="Oval 47"/>
          <p:cNvSpPr/>
          <p:nvPr/>
        </p:nvSpPr>
        <p:spPr>
          <a:xfrm>
            <a:off x="4255702" y="1207236"/>
            <a:ext cx="632825" cy="632825"/>
          </a:xfrm>
          <a:prstGeom prst="ellipse">
            <a:avLst/>
          </a:prstGeom>
          <a:solidFill>
            <a:schemeClr val="accent4"/>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41" name="Text Placeholder 13">
            <a:extLst>
              <a:ext uri="{FF2B5EF4-FFF2-40B4-BE49-F238E27FC236}">
                <a16:creationId xmlns:a16="http://schemas.microsoft.com/office/drawing/2014/main" id="{B335B1CB-A9B7-4736-8B8B-AA3D5B0EF671}"/>
              </a:ext>
            </a:extLst>
          </p:cNvPr>
          <p:cNvSpPr txBox="1">
            <a:spLocks/>
          </p:cNvSpPr>
          <p:nvPr/>
        </p:nvSpPr>
        <p:spPr>
          <a:xfrm>
            <a:off x="353369" y="4052033"/>
            <a:ext cx="3389139" cy="864096"/>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None/>
            </a:pPr>
            <a:r>
              <a:rPr lang="en-US" altLang="ko-KR" sz="2700" b="1" dirty="0" err="1">
                <a:solidFill>
                  <a:schemeClr val="bg1"/>
                </a:solidFill>
                <a:latin typeface="+mj-lt"/>
                <a:cs typeface="Arial" pitchFamily="34" charset="0"/>
              </a:rPr>
              <a:t>Er</a:t>
            </a:r>
            <a:r>
              <a:rPr lang="en-US" altLang="ko-KR" sz="2700" b="1" dirty="0">
                <a:solidFill>
                  <a:schemeClr val="bg1"/>
                </a:solidFill>
                <a:latin typeface="+mj-lt"/>
                <a:cs typeface="Arial" pitchFamily="34" charset="0"/>
              </a:rPr>
              <a:t>. Ajay Chaudhary</a:t>
            </a:r>
          </a:p>
          <a:p>
            <a:pPr marL="0" indent="0">
              <a:lnSpc>
                <a:spcPct val="80000"/>
              </a:lnSpc>
              <a:buNone/>
            </a:pPr>
            <a:r>
              <a:rPr lang="en-US" altLang="ko-KR" sz="1500" dirty="0">
                <a:solidFill>
                  <a:schemeClr val="bg1"/>
                </a:solidFill>
                <a:latin typeface="+mj-lt"/>
                <a:cs typeface="Arial" pitchFamily="34" charset="0"/>
              </a:rPr>
              <a:t>B.TECH (1995) IET LUCKNOW</a:t>
            </a:r>
            <a:endParaRPr lang="en-US" altLang="ko-KR" sz="2700" dirty="0">
              <a:solidFill>
                <a:schemeClr val="bg1"/>
              </a:solidFill>
              <a:latin typeface="+mj-lt"/>
              <a:cs typeface="Arial" pitchFamily="34" charset="0"/>
            </a:endParaRPr>
          </a:p>
        </p:txBody>
      </p:sp>
      <p:sp>
        <p:nvSpPr>
          <p:cNvPr id="42" name="TextBox 41">
            <a:extLst>
              <a:ext uri="{FF2B5EF4-FFF2-40B4-BE49-F238E27FC236}">
                <a16:creationId xmlns:a16="http://schemas.microsoft.com/office/drawing/2014/main" id="{08B49D5C-8270-4C8F-8D00-E65E32AE5DC8}"/>
              </a:ext>
            </a:extLst>
          </p:cNvPr>
          <p:cNvSpPr txBox="1"/>
          <p:nvPr/>
        </p:nvSpPr>
        <p:spPr>
          <a:xfrm>
            <a:off x="5104263" y="423848"/>
            <a:ext cx="3899311" cy="623248"/>
          </a:xfrm>
          <a:prstGeom prst="rect">
            <a:avLst/>
          </a:prstGeom>
          <a:noFill/>
        </p:spPr>
        <p:txBody>
          <a:bodyPr wrap="square" rtlCol="0" anchor="ctr">
            <a:spAutoFit/>
          </a:bodyPr>
          <a:lstStyle/>
          <a:p>
            <a:r>
              <a:rPr lang="en-GB" altLang="ko-KR" b="1" dirty="0">
                <a:solidFill>
                  <a:schemeClr val="accent4"/>
                </a:solidFill>
                <a:latin typeface="+mj-lt"/>
                <a:cs typeface="Arial" pitchFamily="34" charset="0"/>
              </a:rPr>
              <a:t>FOUNDER DIRECTOR</a:t>
            </a:r>
          </a:p>
          <a:p>
            <a:r>
              <a:rPr lang="en-GB" altLang="ko-KR" sz="1650" dirty="0">
                <a:latin typeface="+mj-lt"/>
                <a:cs typeface="Arial" pitchFamily="34" charset="0"/>
              </a:rPr>
              <a:t>SOFTPRO GROUP OF COMPANIES</a:t>
            </a:r>
            <a:endParaRPr lang="ko-KR" altLang="en-US" sz="1650" dirty="0">
              <a:latin typeface="+mj-lt"/>
              <a:cs typeface="Arial" pitchFamily="34" charset="0"/>
            </a:endParaRPr>
          </a:p>
        </p:txBody>
      </p:sp>
      <p:grpSp>
        <p:nvGrpSpPr>
          <p:cNvPr id="72" name="Group 71"/>
          <p:cNvGrpSpPr/>
          <p:nvPr/>
        </p:nvGrpSpPr>
        <p:grpSpPr>
          <a:xfrm>
            <a:off x="5155318" y="1278935"/>
            <a:ext cx="3377993" cy="702813"/>
            <a:chOff x="803640" y="3258331"/>
            <a:chExt cx="2059657" cy="937084"/>
          </a:xfrm>
        </p:grpSpPr>
        <p:sp>
          <p:nvSpPr>
            <p:cNvPr id="73" name="TextBox 72"/>
            <p:cNvSpPr txBox="1"/>
            <p:nvPr/>
          </p:nvSpPr>
          <p:spPr>
            <a:xfrm>
              <a:off x="803640" y="3579862"/>
              <a:ext cx="2059657" cy="615553"/>
            </a:xfrm>
            <a:prstGeom prst="rect">
              <a:avLst/>
            </a:prstGeom>
            <a:noFill/>
          </p:spPr>
          <p:txBody>
            <a:bodyPr wrap="square" rtlCol="0">
              <a:spAutoFit/>
            </a:bodyPr>
            <a:lstStyle/>
            <a:p>
              <a:r>
                <a:rPr lang="en-US" altLang="ko-KR" sz="1200" dirty="0">
                  <a:latin typeface="+mj-lt"/>
                  <a:cs typeface="Arial" pitchFamily="34" charset="0"/>
                </a:rPr>
                <a:t>Softpro Group of Companies</a:t>
              </a:r>
            </a:p>
            <a:p>
              <a:r>
                <a:rPr lang="en-US" altLang="ko-KR" sz="1200" dirty="0">
                  <a:latin typeface="+mj-lt"/>
                  <a:cs typeface="Arial" pitchFamily="34" charset="0"/>
                </a:rPr>
                <a:t>Lucknow</a:t>
              </a:r>
              <a:endParaRPr lang="ko-KR" altLang="en-US" sz="1200" dirty="0">
                <a:latin typeface="+mj-lt"/>
                <a:cs typeface="Arial" pitchFamily="34" charset="0"/>
              </a:endParaRPr>
            </a:p>
          </p:txBody>
        </p:sp>
        <p:sp>
          <p:nvSpPr>
            <p:cNvPr id="74" name="TextBox 73"/>
            <p:cNvSpPr txBox="1"/>
            <p:nvPr/>
          </p:nvSpPr>
          <p:spPr>
            <a:xfrm>
              <a:off x="803640" y="3258331"/>
              <a:ext cx="2059657" cy="400109"/>
            </a:xfrm>
            <a:prstGeom prst="rect">
              <a:avLst/>
            </a:prstGeom>
            <a:noFill/>
          </p:spPr>
          <p:txBody>
            <a:bodyPr wrap="square" rtlCol="0">
              <a:spAutoFit/>
            </a:bodyPr>
            <a:lstStyle/>
            <a:p>
              <a:r>
                <a:rPr lang="en-US" altLang="ko-KR" sz="1350" b="1" dirty="0">
                  <a:latin typeface="+mj-lt"/>
                  <a:cs typeface="Arial" pitchFamily="34" charset="0"/>
                </a:rPr>
                <a:t>MD &amp; Chairman</a:t>
              </a:r>
              <a:endParaRPr lang="ko-KR" altLang="en-US" sz="1350" b="1" dirty="0">
                <a:latin typeface="+mj-lt"/>
                <a:cs typeface="Arial" pitchFamily="34" charset="0"/>
              </a:endParaRPr>
            </a:p>
          </p:txBody>
        </p:sp>
      </p:grpSp>
      <p:grpSp>
        <p:nvGrpSpPr>
          <p:cNvPr id="75" name="Group 74"/>
          <p:cNvGrpSpPr/>
          <p:nvPr/>
        </p:nvGrpSpPr>
        <p:grpSpPr>
          <a:xfrm>
            <a:off x="5155318" y="2177429"/>
            <a:ext cx="3377993" cy="1110708"/>
            <a:chOff x="803640" y="3284457"/>
            <a:chExt cx="2107556" cy="1480944"/>
          </a:xfrm>
        </p:grpSpPr>
        <p:sp>
          <p:nvSpPr>
            <p:cNvPr id="76" name="TextBox 75"/>
            <p:cNvSpPr txBox="1"/>
            <p:nvPr/>
          </p:nvSpPr>
          <p:spPr>
            <a:xfrm>
              <a:off x="803640" y="3579862"/>
              <a:ext cx="2107556" cy="1185539"/>
            </a:xfrm>
            <a:prstGeom prst="rect">
              <a:avLst/>
            </a:prstGeom>
            <a:noFill/>
          </p:spPr>
          <p:txBody>
            <a:bodyPr wrap="square" rtlCol="0">
              <a:spAutoFit/>
            </a:bodyPr>
            <a:lstStyle/>
            <a:p>
              <a:pPr marL="214313" indent="-214313">
                <a:lnSpc>
                  <a:spcPct val="150000"/>
                </a:lnSpc>
                <a:buFont typeface="Wingdings" panose="05000000000000000000" pitchFamily="2" charset="2"/>
                <a:buChar char="v"/>
              </a:pPr>
              <a:r>
                <a:rPr lang="en-US" altLang="ko-KR" sz="1200" dirty="0">
                  <a:latin typeface="+mj-lt"/>
                  <a:cs typeface="Arial" pitchFamily="34" charset="0"/>
                </a:rPr>
                <a:t>Academic Council, IET Lucknow</a:t>
              </a:r>
            </a:p>
            <a:p>
              <a:pPr marL="214313" indent="-214313">
                <a:lnSpc>
                  <a:spcPct val="150000"/>
                </a:lnSpc>
                <a:buFont typeface="Wingdings" panose="05000000000000000000" pitchFamily="2" charset="2"/>
                <a:buChar char="v"/>
              </a:pPr>
              <a:r>
                <a:rPr lang="en-US" altLang="ko-KR" sz="1200" dirty="0">
                  <a:latin typeface="+mj-lt"/>
                  <a:cs typeface="Arial" pitchFamily="34" charset="0"/>
                </a:rPr>
                <a:t>Board of Technical Education, Lucknow</a:t>
              </a:r>
            </a:p>
            <a:p>
              <a:pPr marL="214313" indent="-214313">
                <a:lnSpc>
                  <a:spcPct val="150000"/>
                </a:lnSpc>
                <a:buFont typeface="Wingdings" panose="05000000000000000000" pitchFamily="2" charset="2"/>
                <a:buChar char="v"/>
              </a:pPr>
              <a:r>
                <a:rPr lang="en-US" altLang="ko-KR" sz="1200" dirty="0">
                  <a:latin typeface="+mj-lt"/>
                  <a:cs typeface="Arial" pitchFamily="34" charset="0"/>
                </a:rPr>
                <a:t>BOS – Dr. R L </a:t>
              </a:r>
              <a:r>
                <a:rPr lang="en-US" altLang="ko-KR" sz="1200" dirty="0" err="1">
                  <a:latin typeface="+mj-lt"/>
                  <a:cs typeface="Arial" pitchFamily="34" charset="0"/>
                </a:rPr>
                <a:t>Awadh</a:t>
              </a:r>
              <a:r>
                <a:rPr lang="en-US" altLang="ko-KR" sz="1200" dirty="0">
                  <a:latin typeface="+mj-lt"/>
                  <a:cs typeface="Arial" pitchFamily="34" charset="0"/>
                </a:rPr>
                <a:t> University,  </a:t>
              </a:r>
              <a:r>
                <a:rPr lang="en-US" altLang="ko-KR" sz="1200" dirty="0" err="1">
                  <a:latin typeface="+mj-lt"/>
                  <a:cs typeface="Arial" pitchFamily="34" charset="0"/>
                </a:rPr>
                <a:t>Ayodhya</a:t>
              </a:r>
              <a:endParaRPr lang="ko-KR" altLang="en-US" sz="1200" dirty="0">
                <a:latin typeface="+mj-lt"/>
                <a:cs typeface="Arial" pitchFamily="34" charset="0"/>
              </a:endParaRPr>
            </a:p>
          </p:txBody>
        </p:sp>
        <p:sp>
          <p:nvSpPr>
            <p:cNvPr id="77" name="TextBox 76"/>
            <p:cNvSpPr txBox="1"/>
            <p:nvPr/>
          </p:nvSpPr>
          <p:spPr>
            <a:xfrm>
              <a:off x="803640" y="3284457"/>
              <a:ext cx="2059658" cy="400109"/>
            </a:xfrm>
            <a:prstGeom prst="rect">
              <a:avLst/>
            </a:prstGeom>
            <a:noFill/>
          </p:spPr>
          <p:txBody>
            <a:bodyPr wrap="square" rtlCol="0">
              <a:spAutoFit/>
            </a:bodyPr>
            <a:lstStyle/>
            <a:p>
              <a:r>
                <a:rPr lang="en-US" altLang="ko-KR" sz="1350" b="1" dirty="0">
                  <a:latin typeface="+mj-lt"/>
                  <a:cs typeface="Arial" pitchFamily="34" charset="0"/>
                </a:rPr>
                <a:t>Member</a:t>
              </a:r>
              <a:endParaRPr lang="ko-KR" altLang="en-US" sz="1350" b="1" dirty="0">
                <a:latin typeface="+mj-lt"/>
                <a:cs typeface="Arial" pitchFamily="34" charset="0"/>
              </a:endParaRPr>
            </a:p>
          </p:txBody>
        </p:sp>
      </p:grpSp>
      <p:grpSp>
        <p:nvGrpSpPr>
          <p:cNvPr id="78" name="Group 77"/>
          <p:cNvGrpSpPr/>
          <p:nvPr/>
        </p:nvGrpSpPr>
        <p:grpSpPr>
          <a:xfrm>
            <a:off x="5155318" y="3478534"/>
            <a:ext cx="3377993" cy="714007"/>
            <a:chOff x="803640" y="3362835"/>
            <a:chExt cx="2107556" cy="614083"/>
          </a:xfrm>
        </p:grpSpPr>
        <p:sp>
          <p:nvSpPr>
            <p:cNvPr id="79" name="TextBox 78"/>
            <p:cNvSpPr txBox="1"/>
            <p:nvPr/>
          </p:nvSpPr>
          <p:spPr>
            <a:xfrm>
              <a:off x="803640" y="3579862"/>
              <a:ext cx="2107556" cy="397056"/>
            </a:xfrm>
            <a:prstGeom prst="rect">
              <a:avLst/>
            </a:prstGeom>
            <a:noFill/>
          </p:spPr>
          <p:txBody>
            <a:bodyPr wrap="square" rtlCol="0">
              <a:spAutoFit/>
            </a:bodyPr>
            <a:lstStyle/>
            <a:p>
              <a:r>
                <a:rPr lang="en-US" altLang="ko-KR" sz="1200" dirty="0">
                  <a:latin typeface="+mj-lt"/>
                  <a:cs typeface="Arial" pitchFamily="34" charset="0"/>
                </a:rPr>
                <a:t>Dr. A P Abdul Kalam Technical University,</a:t>
              </a:r>
            </a:p>
            <a:p>
              <a:r>
                <a:rPr lang="en-US" altLang="ko-KR" sz="1200" dirty="0">
                  <a:latin typeface="+mj-lt"/>
                  <a:cs typeface="Arial" pitchFamily="34" charset="0"/>
                </a:rPr>
                <a:t>Lucknow</a:t>
              </a:r>
              <a:endParaRPr lang="ko-KR" altLang="en-US" sz="1200" dirty="0">
                <a:latin typeface="+mj-lt"/>
                <a:cs typeface="Arial" pitchFamily="34" charset="0"/>
              </a:endParaRPr>
            </a:p>
          </p:txBody>
        </p:sp>
        <p:sp>
          <p:nvSpPr>
            <p:cNvPr id="80" name="TextBox 79"/>
            <p:cNvSpPr txBox="1"/>
            <p:nvPr/>
          </p:nvSpPr>
          <p:spPr>
            <a:xfrm>
              <a:off x="803640" y="3362835"/>
              <a:ext cx="2059658" cy="258086"/>
            </a:xfrm>
            <a:prstGeom prst="rect">
              <a:avLst/>
            </a:prstGeom>
            <a:noFill/>
          </p:spPr>
          <p:txBody>
            <a:bodyPr wrap="square" rtlCol="0">
              <a:spAutoFit/>
            </a:bodyPr>
            <a:lstStyle/>
            <a:p>
              <a:r>
                <a:rPr lang="en-US" altLang="ko-KR" sz="1350" b="1" dirty="0">
                  <a:latin typeface="+mj-lt"/>
                  <a:cs typeface="Arial" pitchFamily="34" charset="0"/>
                </a:rPr>
                <a:t>Ex Member – Executive Council</a:t>
              </a:r>
              <a:endParaRPr lang="ko-KR" altLang="en-US" sz="1350" b="1" dirty="0">
                <a:latin typeface="+mj-lt"/>
                <a:cs typeface="Arial" pitchFamily="34" charset="0"/>
              </a:endParaRPr>
            </a:p>
          </p:txBody>
        </p:sp>
      </p:grpSp>
      <p:sp>
        <p:nvSpPr>
          <p:cNvPr id="83" name="Isosceles Triangle 57">
            <a:extLst>
              <a:ext uri="{FF2B5EF4-FFF2-40B4-BE49-F238E27FC236}">
                <a16:creationId xmlns:a16="http://schemas.microsoft.com/office/drawing/2014/main" id="{4E76B488-B2CD-463B-861A-27D4912FE160}"/>
              </a:ext>
            </a:extLst>
          </p:cNvPr>
          <p:cNvSpPr/>
          <p:nvPr/>
        </p:nvSpPr>
        <p:spPr>
          <a:xfrm>
            <a:off x="4457097" y="2159796"/>
            <a:ext cx="234850" cy="416851"/>
          </a:xfrm>
          <a:custGeom>
            <a:avLst/>
            <a:gdLst>
              <a:gd name="connsiteX0" fmla="*/ 1148449 w 1346449"/>
              <a:gd name="connsiteY0" fmla="*/ 2457725 h 3249725"/>
              <a:gd name="connsiteX1" fmla="*/ 198001 w 1346449"/>
              <a:gd name="connsiteY1" fmla="*/ 2457725 h 3249725"/>
              <a:gd name="connsiteX2" fmla="*/ 1 w 1346449"/>
              <a:gd name="connsiteY2" fmla="*/ 3249725 h 3249725"/>
              <a:gd name="connsiteX3" fmla="*/ 1346449 w 1346449"/>
              <a:gd name="connsiteY3" fmla="*/ 3249725 h 3249725"/>
              <a:gd name="connsiteX4" fmla="*/ 1148449 w 1346449"/>
              <a:gd name="connsiteY4" fmla="*/ 2457725 h 3249725"/>
              <a:gd name="connsiteX5" fmla="*/ 755186 w 1346449"/>
              <a:gd name="connsiteY5" fmla="*/ 82950 h 3249725"/>
              <a:gd name="connsiteX6" fmla="*/ 734449 w 1346449"/>
              <a:gd name="connsiteY6" fmla="*/ 1314594 h 3249725"/>
              <a:gd name="connsiteX7" fmla="*/ 853246 w 1346449"/>
              <a:gd name="connsiteY7" fmla="*/ 1483214 h 3249725"/>
              <a:gd name="connsiteX8" fmla="*/ 673226 w 1346449"/>
              <a:gd name="connsiteY8" fmla="*/ 1663234 h 3249725"/>
              <a:gd name="connsiteX9" fmla="*/ 493206 w 1346449"/>
              <a:gd name="connsiteY9" fmla="*/ 1483214 h 3249725"/>
              <a:gd name="connsiteX10" fmla="*/ 612000 w 1346449"/>
              <a:gd name="connsiteY10" fmla="*/ 1314595 h 3249725"/>
              <a:gd name="connsiteX11" fmla="*/ 612000 w 1346449"/>
              <a:gd name="connsiteY11" fmla="*/ 0 h 3249725"/>
              <a:gd name="connsiteX12" fmla="*/ 2939 w 1346449"/>
              <a:gd name="connsiteY12" fmla="*/ 1574694 h 3249725"/>
              <a:gd name="connsiteX13" fmla="*/ 0 w 1346449"/>
              <a:gd name="connsiteY13" fmla="*/ 1574694 h 3249725"/>
              <a:gd name="connsiteX14" fmla="*/ 2009 w 1346449"/>
              <a:gd name="connsiteY14" fmla="*/ 1577097 h 3249725"/>
              <a:gd name="connsiteX15" fmla="*/ 0 w 1346449"/>
              <a:gd name="connsiteY15" fmla="*/ 1582292 h 3249725"/>
              <a:gd name="connsiteX16" fmla="*/ 6353 w 1346449"/>
              <a:gd name="connsiteY16" fmla="*/ 1582292 h 3249725"/>
              <a:gd name="connsiteX17" fmla="*/ 273414 w 1346449"/>
              <a:gd name="connsiteY17" fmla="*/ 2376121 h 3249725"/>
              <a:gd name="connsiteX18" fmla="*/ 1091887 w 1346449"/>
              <a:gd name="connsiteY18" fmla="*/ 2366694 h 3249725"/>
              <a:gd name="connsiteX19" fmla="*/ 1340768 w 1346449"/>
              <a:gd name="connsiteY19" fmla="*/ 1582292 h 3249725"/>
              <a:gd name="connsiteX20" fmla="*/ 1346449 w 1346449"/>
              <a:gd name="connsiteY20" fmla="*/ 1582292 h 3249725"/>
              <a:gd name="connsiteX21" fmla="*/ 1344512 w 1346449"/>
              <a:gd name="connsiteY21" fmla="*/ 1577284 h 3249725"/>
              <a:gd name="connsiteX22" fmla="*/ 1346448 w 1346449"/>
              <a:gd name="connsiteY22" fmla="*/ 1574694 h 3249725"/>
              <a:gd name="connsiteX23" fmla="*/ 1343510 w 1346449"/>
              <a:gd name="connsiteY23" fmla="*/ 1574694 h 3249725"/>
              <a:gd name="connsiteX24" fmla="*/ 755186 w 1346449"/>
              <a:gd name="connsiteY24" fmla="*/ 82950 h 3249725"/>
              <a:gd name="connsiteX0" fmla="*/ 1148449 w 1346449"/>
              <a:gd name="connsiteY0" fmla="*/ 2374775 h 3166775"/>
              <a:gd name="connsiteX1" fmla="*/ 198001 w 1346449"/>
              <a:gd name="connsiteY1" fmla="*/ 2374775 h 3166775"/>
              <a:gd name="connsiteX2" fmla="*/ 1 w 1346449"/>
              <a:gd name="connsiteY2" fmla="*/ 3166775 h 3166775"/>
              <a:gd name="connsiteX3" fmla="*/ 1346449 w 1346449"/>
              <a:gd name="connsiteY3" fmla="*/ 3166775 h 3166775"/>
              <a:gd name="connsiteX4" fmla="*/ 1148449 w 1346449"/>
              <a:gd name="connsiteY4" fmla="*/ 2374775 h 3166775"/>
              <a:gd name="connsiteX5" fmla="*/ 755186 w 1346449"/>
              <a:gd name="connsiteY5" fmla="*/ 0 h 3166775"/>
              <a:gd name="connsiteX6" fmla="*/ 734449 w 1346449"/>
              <a:gd name="connsiteY6" fmla="*/ 1231644 h 3166775"/>
              <a:gd name="connsiteX7" fmla="*/ 853246 w 1346449"/>
              <a:gd name="connsiteY7" fmla="*/ 1400264 h 3166775"/>
              <a:gd name="connsiteX8" fmla="*/ 673226 w 1346449"/>
              <a:gd name="connsiteY8" fmla="*/ 1580284 h 3166775"/>
              <a:gd name="connsiteX9" fmla="*/ 493206 w 1346449"/>
              <a:gd name="connsiteY9" fmla="*/ 1400264 h 3166775"/>
              <a:gd name="connsiteX10" fmla="*/ 612000 w 1346449"/>
              <a:gd name="connsiteY10" fmla="*/ 1231645 h 3166775"/>
              <a:gd name="connsiteX11" fmla="*/ 591263 w 1346449"/>
              <a:gd name="connsiteY11" fmla="*/ 10368 h 3166775"/>
              <a:gd name="connsiteX12" fmla="*/ 2939 w 1346449"/>
              <a:gd name="connsiteY12" fmla="*/ 1491744 h 3166775"/>
              <a:gd name="connsiteX13" fmla="*/ 0 w 1346449"/>
              <a:gd name="connsiteY13" fmla="*/ 1491744 h 3166775"/>
              <a:gd name="connsiteX14" fmla="*/ 2009 w 1346449"/>
              <a:gd name="connsiteY14" fmla="*/ 1494147 h 3166775"/>
              <a:gd name="connsiteX15" fmla="*/ 0 w 1346449"/>
              <a:gd name="connsiteY15" fmla="*/ 1499342 h 3166775"/>
              <a:gd name="connsiteX16" fmla="*/ 6353 w 1346449"/>
              <a:gd name="connsiteY16" fmla="*/ 1499342 h 3166775"/>
              <a:gd name="connsiteX17" fmla="*/ 273414 w 1346449"/>
              <a:gd name="connsiteY17" fmla="*/ 2293171 h 3166775"/>
              <a:gd name="connsiteX18" fmla="*/ 1091887 w 1346449"/>
              <a:gd name="connsiteY18" fmla="*/ 2283744 h 3166775"/>
              <a:gd name="connsiteX19" fmla="*/ 1340768 w 1346449"/>
              <a:gd name="connsiteY19" fmla="*/ 1499342 h 3166775"/>
              <a:gd name="connsiteX20" fmla="*/ 1346449 w 1346449"/>
              <a:gd name="connsiteY20" fmla="*/ 1499342 h 3166775"/>
              <a:gd name="connsiteX21" fmla="*/ 1344512 w 1346449"/>
              <a:gd name="connsiteY21" fmla="*/ 1494334 h 3166775"/>
              <a:gd name="connsiteX22" fmla="*/ 1346448 w 1346449"/>
              <a:gd name="connsiteY22" fmla="*/ 1491744 h 3166775"/>
              <a:gd name="connsiteX23" fmla="*/ 1343510 w 1346449"/>
              <a:gd name="connsiteY23" fmla="*/ 1491744 h 3166775"/>
              <a:gd name="connsiteX24" fmla="*/ 755186 w 1346449"/>
              <a:gd name="connsiteY24" fmla="*/ 0 h 31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46449" h="3166775">
                <a:moveTo>
                  <a:pt x="1148449" y="2374775"/>
                </a:moveTo>
                <a:lnTo>
                  <a:pt x="198001" y="2374775"/>
                </a:lnTo>
                <a:lnTo>
                  <a:pt x="1" y="3166775"/>
                </a:lnTo>
                <a:lnTo>
                  <a:pt x="1346449" y="3166775"/>
                </a:lnTo>
                <a:lnTo>
                  <a:pt x="1148449" y="2374775"/>
                </a:lnTo>
                <a:close/>
                <a:moveTo>
                  <a:pt x="755186" y="0"/>
                </a:moveTo>
                <a:cubicBezTo>
                  <a:pt x="755186" y="438198"/>
                  <a:pt x="734449" y="793446"/>
                  <a:pt x="734449" y="1231644"/>
                </a:cubicBezTo>
                <a:cubicBezTo>
                  <a:pt x="803843" y="1256124"/>
                  <a:pt x="853246" y="1322425"/>
                  <a:pt x="853246" y="1400264"/>
                </a:cubicBezTo>
                <a:cubicBezTo>
                  <a:pt x="853246" y="1499686"/>
                  <a:pt x="772648" y="1580284"/>
                  <a:pt x="673226" y="1580284"/>
                </a:cubicBezTo>
                <a:cubicBezTo>
                  <a:pt x="573804" y="1580284"/>
                  <a:pt x="493206" y="1499686"/>
                  <a:pt x="493206" y="1400264"/>
                </a:cubicBezTo>
                <a:cubicBezTo>
                  <a:pt x="493206" y="1322426"/>
                  <a:pt x="542608" y="1256126"/>
                  <a:pt x="612000" y="1231645"/>
                </a:cubicBezTo>
                <a:lnTo>
                  <a:pt x="591263" y="10368"/>
                </a:lnTo>
                <a:lnTo>
                  <a:pt x="2939" y="1491744"/>
                </a:lnTo>
                <a:lnTo>
                  <a:pt x="0" y="1491744"/>
                </a:lnTo>
                <a:lnTo>
                  <a:pt x="2009" y="1494147"/>
                </a:lnTo>
                <a:lnTo>
                  <a:pt x="0" y="1499342"/>
                </a:lnTo>
                <a:lnTo>
                  <a:pt x="6353" y="1499342"/>
                </a:lnTo>
                <a:cubicBezTo>
                  <a:pt x="274151" y="1797289"/>
                  <a:pt x="320153" y="2031319"/>
                  <a:pt x="273414" y="2293171"/>
                </a:cubicBezTo>
                <a:lnTo>
                  <a:pt x="1091887" y="2283744"/>
                </a:lnTo>
                <a:cubicBezTo>
                  <a:pt x="1035756" y="1984266"/>
                  <a:pt x="1081794" y="1833397"/>
                  <a:pt x="1340768" y="1499342"/>
                </a:cubicBezTo>
                <a:lnTo>
                  <a:pt x="1346449" y="1499342"/>
                </a:lnTo>
                <a:lnTo>
                  <a:pt x="1344512" y="1494334"/>
                </a:lnTo>
                <a:cubicBezTo>
                  <a:pt x="1345124" y="1493447"/>
                  <a:pt x="1345785" y="1492596"/>
                  <a:pt x="1346448" y="1491744"/>
                </a:cubicBezTo>
                <a:lnTo>
                  <a:pt x="1343510" y="1491744"/>
                </a:lnTo>
                <a:cubicBezTo>
                  <a:pt x="1140490" y="966846"/>
                  <a:pt x="958206" y="524898"/>
                  <a:pt x="75518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ko-KR" altLang="en-US" sz="2025" dirty="0"/>
          </a:p>
        </p:txBody>
      </p:sp>
      <p:sp>
        <p:nvSpPr>
          <p:cNvPr id="84" name="Oval 27">
            <a:extLst>
              <a:ext uri="{FF2B5EF4-FFF2-40B4-BE49-F238E27FC236}">
                <a16:creationId xmlns:a16="http://schemas.microsoft.com/office/drawing/2014/main" id="{7DB6E0EE-B33A-443E-887E-C319F0DAF534}"/>
              </a:ext>
            </a:extLst>
          </p:cNvPr>
          <p:cNvSpPr/>
          <p:nvPr/>
        </p:nvSpPr>
        <p:spPr>
          <a:xfrm>
            <a:off x="4443020" y="3946943"/>
            <a:ext cx="263004" cy="383391"/>
          </a:xfrm>
          <a:custGeom>
            <a:avLst/>
            <a:gdLst/>
            <a:ahLst/>
            <a:cxnLst/>
            <a:rect l="l" t="t" r="r" b="b"/>
            <a:pathLst>
              <a:path w="1703664" h="3240001">
                <a:moveTo>
                  <a:pt x="952533" y="2024463"/>
                </a:moveTo>
                <a:lnTo>
                  <a:pt x="856710" y="2024464"/>
                </a:lnTo>
                <a:lnTo>
                  <a:pt x="649879" y="2143878"/>
                </a:lnTo>
                <a:lnTo>
                  <a:pt x="728753" y="2280491"/>
                </a:lnTo>
                <a:lnTo>
                  <a:pt x="800462" y="2239090"/>
                </a:lnTo>
                <a:lnTo>
                  <a:pt x="800462" y="2476837"/>
                </a:lnTo>
                <a:lnTo>
                  <a:pt x="649878" y="2476837"/>
                </a:lnTo>
                <a:lnTo>
                  <a:pt x="649878" y="2634602"/>
                </a:lnTo>
                <a:lnTo>
                  <a:pt x="1067658" y="2634602"/>
                </a:lnTo>
                <a:lnTo>
                  <a:pt x="1067657" y="2476837"/>
                </a:lnTo>
                <a:lnTo>
                  <a:pt x="952532" y="2476837"/>
                </a:lnTo>
                <a:lnTo>
                  <a:pt x="952532" y="2151292"/>
                </a:lnTo>
                <a:lnTo>
                  <a:pt x="952534" y="2151291"/>
                </a:lnTo>
                <a:close/>
                <a:moveTo>
                  <a:pt x="851832" y="1776101"/>
                </a:moveTo>
                <a:cubicBezTo>
                  <a:pt x="1189868" y="1776101"/>
                  <a:pt x="1463900" y="2050133"/>
                  <a:pt x="1463900" y="2388169"/>
                </a:cubicBezTo>
                <a:cubicBezTo>
                  <a:pt x="1463900" y="2726205"/>
                  <a:pt x="1189868" y="3000237"/>
                  <a:pt x="851832" y="3000237"/>
                </a:cubicBezTo>
                <a:cubicBezTo>
                  <a:pt x="513796" y="3000237"/>
                  <a:pt x="239764" y="2726205"/>
                  <a:pt x="239764" y="2388169"/>
                </a:cubicBezTo>
                <a:cubicBezTo>
                  <a:pt x="239764" y="2050133"/>
                  <a:pt x="513796" y="1776101"/>
                  <a:pt x="851832" y="1776101"/>
                </a:cubicBezTo>
                <a:close/>
                <a:moveTo>
                  <a:pt x="851832" y="1689019"/>
                </a:moveTo>
                <a:cubicBezTo>
                  <a:pt x="465702" y="1689019"/>
                  <a:pt x="152682" y="2002039"/>
                  <a:pt x="152682" y="2388169"/>
                </a:cubicBezTo>
                <a:cubicBezTo>
                  <a:pt x="152682" y="2774299"/>
                  <a:pt x="465702" y="3087319"/>
                  <a:pt x="851832" y="3087319"/>
                </a:cubicBezTo>
                <a:cubicBezTo>
                  <a:pt x="1237962" y="3087319"/>
                  <a:pt x="1550982" y="2774299"/>
                  <a:pt x="1550982" y="2388169"/>
                </a:cubicBezTo>
                <a:cubicBezTo>
                  <a:pt x="1550982" y="2002039"/>
                  <a:pt x="1237962" y="1689019"/>
                  <a:pt x="851832" y="1689019"/>
                </a:cubicBezTo>
                <a:close/>
                <a:moveTo>
                  <a:pt x="851832" y="1536337"/>
                </a:moveTo>
                <a:cubicBezTo>
                  <a:pt x="1322286" y="1536337"/>
                  <a:pt x="1703664" y="1917715"/>
                  <a:pt x="1703664" y="2388169"/>
                </a:cubicBezTo>
                <a:cubicBezTo>
                  <a:pt x="1703664" y="2858623"/>
                  <a:pt x="1322286" y="3240001"/>
                  <a:pt x="851832" y="3240001"/>
                </a:cubicBezTo>
                <a:cubicBezTo>
                  <a:pt x="381378" y="3240001"/>
                  <a:pt x="0" y="2858623"/>
                  <a:pt x="0" y="2388169"/>
                </a:cubicBezTo>
                <a:cubicBezTo>
                  <a:pt x="0" y="1917715"/>
                  <a:pt x="381378" y="1536337"/>
                  <a:pt x="851832" y="1536337"/>
                </a:cubicBezTo>
                <a:close/>
                <a:moveTo>
                  <a:pt x="1173126" y="1"/>
                </a:moveTo>
                <a:lnTo>
                  <a:pt x="1383673" y="1"/>
                </a:lnTo>
                <a:lnTo>
                  <a:pt x="1383673" y="954514"/>
                </a:lnTo>
                <a:lnTo>
                  <a:pt x="1173126" y="1187717"/>
                </a:lnTo>
                <a:close/>
                <a:moveTo>
                  <a:pt x="619488" y="0"/>
                </a:moveTo>
                <a:lnTo>
                  <a:pt x="1099698" y="0"/>
                </a:lnTo>
                <a:lnTo>
                  <a:pt x="1099698" y="1265464"/>
                </a:lnTo>
                <a:lnTo>
                  <a:pt x="859593" y="1532640"/>
                </a:lnTo>
                <a:lnTo>
                  <a:pt x="619488" y="1265464"/>
                </a:lnTo>
                <a:close/>
                <a:moveTo>
                  <a:pt x="335512" y="0"/>
                </a:moveTo>
                <a:lnTo>
                  <a:pt x="546059" y="0"/>
                </a:lnTo>
                <a:lnTo>
                  <a:pt x="546059" y="1166181"/>
                </a:lnTo>
                <a:lnTo>
                  <a:pt x="335512" y="92745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ko-KR" altLang="en-US" sz="2025"/>
          </a:p>
        </p:txBody>
      </p:sp>
      <p:sp>
        <p:nvSpPr>
          <p:cNvPr id="85" name="Parallelogram 15">
            <a:extLst>
              <a:ext uri="{FF2B5EF4-FFF2-40B4-BE49-F238E27FC236}">
                <a16:creationId xmlns:a16="http://schemas.microsoft.com/office/drawing/2014/main" id="{24ABDD0B-564D-4579-ACF2-A3B23447A0E6}"/>
              </a:ext>
            </a:extLst>
          </p:cNvPr>
          <p:cNvSpPr/>
          <p:nvPr/>
        </p:nvSpPr>
        <p:spPr>
          <a:xfrm rot="16200000">
            <a:off x="4380337" y="1316472"/>
            <a:ext cx="352088" cy="416852"/>
          </a:xfrm>
          <a:custGeom>
            <a:avLst/>
            <a:gdLst/>
            <a:ahLst/>
            <a:cxnLst/>
            <a:rect l="l" t="t" r="r" b="b"/>
            <a:pathLst>
              <a:path w="2993176" h="3240001">
                <a:moveTo>
                  <a:pt x="1299907" y="647892"/>
                </a:moveTo>
                <a:lnTo>
                  <a:pt x="665509" y="1620000"/>
                </a:lnTo>
                <a:lnTo>
                  <a:pt x="1299907" y="2592108"/>
                </a:lnTo>
                <a:lnTo>
                  <a:pt x="634398" y="2592108"/>
                </a:lnTo>
                <a:lnTo>
                  <a:pt x="0" y="1620000"/>
                </a:lnTo>
                <a:lnTo>
                  <a:pt x="634398" y="647892"/>
                </a:lnTo>
                <a:close/>
                <a:moveTo>
                  <a:pt x="2993176" y="1620001"/>
                </a:moveTo>
                <a:lnTo>
                  <a:pt x="1913056" y="3240001"/>
                </a:lnTo>
                <a:lnTo>
                  <a:pt x="1782206" y="3043749"/>
                </a:lnTo>
                <a:lnTo>
                  <a:pt x="1110064" y="3043749"/>
                </a:lnTo>
                <a:cubicBezTo>
                  <a:pt x="1089036" y="3096599"/>
                  <a:pt x="1037333" y="3133759"/>
                  <a:pt x="976952" y="3133759"/>
                </a:cubicBezTo>
                <a:cubicBezTo>
                  <a:pt x="923853" y="3133759"/>
                  <a:pt x="877466" y="3105022"/>
                  <a:pt x="854540" y="3061058"/>
                </a:cubicBezTo>
                <a:lnTo>
                  <a:pt x="302383" y="3169763"/>
                </a:lnTo>
                <a:lnTo>
                  <a:pt x="302383" y="2809723"/>
                </a:lnTo>
                <a:lnTo>
                  <a:pt x="854540" y="2918427"/>
                </a:lnTo>
                <a:cubicBezTo>
                  <a:pt x="877466" y="2874463"/>
                  <a:pt x="923853" y="2845727"/>
                  <a:pt x="976952" y="2845727"/>
                </a:cubicBezTo>
                <a:cubicBezTo>
                  <a:pt x="1037333" y="2845727"/>
                  <a:pt x="1089036" y="2882887"/>
                  <a:pt x="1110064" y="2935737"/>
                </a:cubicBezTo>
                <a:lnTo>
                  <a:pt x="1710190" y="2935737"/>
                </a:lnTo>
                <a:lnTo>
                  <a:pt x="832936" y="1620001"/>
                </a:lnTo>
                <a:lnTo>
                  <a:pt x="1913056"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ko-KR" altLang="en-US" sz="2025"/>
          </a:p>
        </p:txBody>
      </p:sp>
      <p:sp>
        <p:nvSpPr>
          <p:cNvPr id="86" name="Chord 14">
            <a:extLst>
              <a:ext uri="{FF2B5EF4-FFF2-40B4-BE49-F238E27FC236}">
                <a16:creationId xmlns:a16="http://schemas.microsoft.com/office/drawing/2014/main" id="{55CB0732-5078-415F-A13A-7992B69C1679}"/>
              </a:ext>
            </a:extLst>
          </p:cNvPr>
          <p:cNvSpPr/>
          <p:nvPr/>
        </p:nvSpPr>
        <p:spPr>
          <a:xfrm>
            <a:off x="4400721" y="3084947"/>
            <a:ext cx="334695" cy="346683"/>
          </a:xfrm>
          <a:custGeom>
            <a:avLst/>
            <a:gdLst/>
            <a:ahLst/>
            <a:cxnLst/>
            <a:rect l="l" t="t" r="r" b="b"/>
            <a:pathLst>
              <a:path w="2120980" h="2676504">
                <a:moveTo>
                  <a:pt x="824057" y="2198115"/>
                </a:moveTo>
                <a:lnTo>
                  <a:pt x="824057" y="2229022"/>
                </a:lnTo>
                <a:lnTo>
                  <a:pt x="751177" y="2229022"/>
                </a:lnTo>
                <a:lnTo>
                  <a:pt x="751177" y="2510330"/>
                </a:lnTo>
                <a:lnTo>
                  <a:pt x="824057" y="2510330"/>
                </a:lnTo>
                <a:lnTo>
                  <a:pt x="824057" y="2541237"/>
                </a:lnTo>
                <a:lnTo>
                  <a:pt x="1298129" y="2541237"/>
                </a:lnTo>
                <a:lnTo>
                  <a:pt x="1298129" y="2510330"/>
                </a:lnTo>
                <a:lnTo>
                  <a:pt x="1371008" y="2510330"/>
                </a:lnTo>
                <a:lnTo>
                  <a:pt x="1371008" y="2229022"/>
                </a:lnTo>
                <a:lnTo>
                  <a:pt x="1298129" y="2229022"/>
                </a:lnTo>
                <a:lnTo>
                  <a:pt x="1298129" y="2198115"/>
                </a:lnTo>
                <a:close/>
                <a:moveTo>
                  <a:pt x="1933495" y="134375"/>
                </a:moveTo>
                <a:cubicBezTo>
                  <a:pt x="1872496" y="128267"/>
                  <a:pt x="1778964" y="206162"/>
                  <a:pt x="1655092" y="316398"/>
                </a:cubicBezTo>
                <a:lnTo>
                  <a:pt x="1655092" y="762581"/>
                </a:lnTo>
                <a:lnTo>
                  <a:pt x="1651862" y="762581"/>
                </a:lnTo>
                <a:cubicBezTo>
                  <a:pt x="1647824" y="843406"/>
                  <a:pt x="1633793" y="920606"/>
                  <a:pt x="1611266" y="992211"/>
                </a:cubicBezTo>
                <a:cubicBezTo>
                  <a:pt x="1739269" y="1047184"/>
                  <a:pt x="1828260" y="986425"/>
                  <a:pt x="1895778" y="900656"/>
                </a:cubicBezTo>
                <a:cubicBezTo>
                  <a:pt x="1964561" y="813279"/>
                  <a:pt x="2016746" y="624382"/>
                  <a:pt x="2016490" y="465292"/>
                </a:cubicBezTo>
                <a:cubicBezTo>
                  <a:pt x="2023696" y="232949"/>
                  <a:pt x="1995287" y="140561"/>
                  <a:pt x="1933495" y="134375"/>
                </a:cubicBezTo>
                <a:close/>
                <a:moveTo>
                  <a:pt x="187485" y="134375"/>
                </a:moveTo>
                <a:cubicBezTo>
                  <a:pt x="125693" y="140561"/>
                  <a:pt x="97284" y="232949"/>
                  <a:pt x="104490" y="465292"/>
                </a:cubicBezTo>
                <a:cubicBezTo>
                  <a:pt x="104234" y="624382"/>
                  <a:pt x="156419" y="813279"/>
                  <a:pt x="225202" y="900656"/>
                </a:cubicBezTo>
                <a:cubicBezTo>
                  <a:pt x="292944" y="986710"/>
                  <a:pt x="382303" y="1047587"/>
                  <a:pt x="511026" y="991745"/>
                </a:cubicBezTo>
                <a:cubicBezTo>
                  <a:pt x="488627" y="920189"/>
                  <a:pt x="474740" y="843131"/>
                  <a:pt x="470841" y="762581"/>
                </a:cubicBezTo>
                <a:lnTo>
                  <a:pt x="467092" y="762581"/>
                </a:lnTo>
                <a:lnTo>
                  <a:pt x="467092" y="317447"/>
                </a:lnTo>
                <a:cubicBezTo>
                  <a:pt x="342616" y="206663"/>
                  <a:pt x="248680" y="128248"/>
                  <a:pt x="187485" y="134375"/>
                </a:cubicBezTo>
                <a:close/>
                <a:moveTo>
                  <a:pt x="171293" y="338"/>
                </a:moveTo>
                <a:cubicBezTo>
                  <a:pt x="267101" y="7324"/>
                  <a:pt x="383647" y="121035"/>
                  <a:pt x="467092" y="183917"/>
                </a:cubicBezTo>
                <a:lnTo>
                  <a:pt x="467092" y="127304"/>
                </a:lnTo>
                <a:cubicBezTo>
                  <a:pt x="446033" y="120339"/>
                  <a:pt x="431092" y="100383"/>
                  <a:pt x="431092" y="76938"/>
                </a:cubicBezTo>
                <a:cubicBezTo>
                  <a:pt x="431092" y="47115"/>
                  <a:pt x="455269" y="22938"/>
                  <a:pt x="485092" y="22938"/>
                </a:cubicBezTo>
                <a:lnTo>
                  <a:pt x="1637092" y="22938"/>
                </a:lnTo>
                <a:cubicBezTo>
                  <a:pt x="1666915" y="22938"/>
                  <a:pt x="1691092" y="47115"/>
                  <a:pt x="1691092" y="76938"/>
                </a:cubicBezTo>
                <a:cubicBezTo>
                  <a:pt x="1691092" y="100383"/>
                  <a:pt x="1676151" y="120339"/>
                  <a:pt x="1655092" y="127304"/>
                </a:cubicBezTo>
                <a:lnTo>
                  <a:pt x="1655092" y="182958"/>
                </a:lnTo>
                <a:cubicBezTo>
                  <a:pt x="1738474" y="119924"/>
                  <a:pt x="1854348" y="7289"/>
                  <a:pt x="1949687" y="338"/>
                </a:cubicBezTo>
                <a:cubicBezTo>
                  <a:pt x="2046947" y="-6754"/>
                  <a:pt x="2122836" y="96139"/>
                  <a:pt x="2120946" y="473736"/>
                </a:cubicBezTo>
                <a:cubicBezTo>
                  <a:pt x="2117166" y="673942"/>
                  <a:pt x="2058714" y="872497"/>
                  <a:pt x="1966316" y="974360"/>
                </a:cubicBezTo>
                <a:cubicBezTo>
                  <a:pt x="1875288" y="1074712"/>
                  <a:pt x="1740706" y="1159472"/>
                  <a:pt x="1574365" y="1087619"/>
                </a:cubicBezTo>
                <a:cubicBezTo>
                  <a:pt x="1498402" y="1256706"/>
                  <a:pt x="1371540" y="1383225"/>
                  <a:pt x="1220432" y="1434843"/>
                </a:cubicBezTo>
                <a:lnTo>
                  <a:pt x="1220432" y="1524098"/>
                </a:lnTo>
                <a:cubicBezTo>
                  <a:pt x="1242816" y="1529237"/>
                  <a:pt x="1259092" y="1549488"/>
                  <a:pt x="1259092" y="1573540"/>
                </a:cubicBezTo>
                <a:lnTo>
                  <a:pt x="1259092" y="1782216"/>
                </a:lnTo>
                <a:cubicBezTo>
                  <a:pt x="1259092" y="1806269"/>
                  <a:pt x="1242816" y="1826519"/>
                  <a:pt x="1220432" y="1831659"/>
                </a:cubicBezTo>
                <a:lnTo>
                  <a:pt x="1220432" y="1899972"/>
                </a:lnTo>
                <a:cubicBezTo>
                  <a:pt x="1220432" y="1908643"/>
                  <a:pt x="1218317" y="1916820"/>
                  <a:pt x="1214011" y="1923722"/>
                </a:cubicBezTo>
                <a:cubicBezTo>
                  <a:pt x="1480406" y="1939701"/>
                  <a:pt x="1673079" y="1996147"/>
                  <a:pt x="1682229" y="2062848"/>
                </a:cubicBezTo>
                <a:lnTo>
                  <a:pt x="1925188" y="2062848"/>
                </a:lnTo>
                <a:lnTo>
                  <a:pt x="1925188" y="2676504"/>
                </a:lnTo>
                <a:lnTo>
                  <a:pt x="196996" y="2676504"/>
                </a:lnTo>
                <a:lnTo>
                  <a:pt x="196996" y="2062848"/>
                </a:lnTo>
                <a:lnTo>
                  <a:pt x="427501" y="2062848"/>
                </a:lnTo>
                <a:cubicBezTo>
                  <a:pt x="436455" y="1995236"/>
                  <a:pt x="634470" y="1937990"/>
                  <a:pt x="907722" y="1923052"/>
                </a:cubicBezTo>
                <a:cubicBezTo>
                  <a:pt x="903729" y="1916275"/>
                  <a:pt x="901752" y="1908354"/>
                  <a:pt x="901752" y="1899972"/>
                </a:cubicBezTo>
                <a:lnTo>
                  <a:pt x="901752" y="1831659"/>
                </a:lnTo>
                <a:cubicBezTo>
                  <a:pt x="879369" y="1826519"/>
                  <a:pt x="863092" y="1806269"/>
                  <a:pt x="863092" y="1782216"/>
                </a:cubicBezTo>
                <a:lnTo>
                  <a:pt x="863092" y="1573540"/>
                </a:lnTo>
                <a:cubicBezTo>
                  <a:pt x="863092" y="1549488"/>
                  <a:pt x="879369" y="1529237"/>
                  <a:pt x="901752" y="1524098"/>
                </a:cubicBezTo>
                <a:lnTo>
                  <a:pt x="901752" y="1435225"/>
                </a:lnTo>
                <a:cubicBezTo>
                  <a:pt x="750211" y="1383280"/>
                  <a:pt x="623484" y="1256276"/>
                  <a:pt x="547795" y="1087211"/>
                </a:cubicBezTo>
                <a:cubicBezTo>
                  <a:pt x="380891" y="1159861"/>
                  <a:pt x="245901" y="1074942"/>
                  <a:pt x="154664" y="974360"/>
                </a:cubicBezTo>
                <a:cubicBezTo>
                  <a:pt x="62266" y="872497"/>
                  <a:pt x="3814" y="673942"/>
                  <a:pt x="34" y="473736"/>
                </a:cubicBezTo>
                <a:cubicBezTo>
                  <a:pt x="-1856" y="96139"/>
                  <a:pt x="74033" y="-6754"/>
                  <a:pt x="171293" y="33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ko-KR" altLang="en-US" sz="2025"/>
          </a:p>
        </p:txBody>
      </p:sp>
      <p:sp>
        <p:nvSpPr>
          <p:cNvPr id="12" name="Rectangle 11"/>
          <p:cNvSpPr/>
          <p:nvPr/>
        </p:nvSpPr>
        <p:spPr>
          <a:xfrm>
            <a:off x="5094270" y="4395656"/>
            <a:ext cx="3976447" cy="577081"/>
          </a:xfrm>
          <a:prstGeom prst="rect">
            <a:avLst/>
          </a:prstGeom>
        </p:spPr>
        <p:txBody>
          <a:bodyPr wrap="square">
            <a:spAutoFit/>
          </a:bodyPr>
          <a:lstStyle/>
          <a:p>
            <a:pPr algn="just"/>
            <a:r>
              <a:rPr lang="en-US" altLang="ko-KR" sz="1050" dirty="0">
                <a:cs typeface="Calibri" pitchFamily="34" charset="0"/>
              </a:rPr>
              <a:t>He is carrying an experience of 25 years which also includes international work experience of South Africa, Malaysia, Singapore, Kenya &amp; Tanzania.</a:t>
            </a:r>
          </a:p>
        </p:txBody>
      </p:sp>
      <p:pic>
        <p:nvPicPr>
          <p:cNvPr id="24" name="Picture 23">
            <a:extLst>
              <a:ext uri="{FF2B5EF4-FFF2-40B4-BE49-F238E27FC236}">
                <a16:creationId xmlns:a16="http://schemas.microsoft.com/office/drawing/2014/main" id="{21BF336A-3D7E-4A5D-9BC0-30277018AB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0392" y="215951"/>
            <a:ext cx="824124" cy="391214"/>
          </a:xfrm>
          <a:prstGeom prst="rect">
            <a:avLst/>
          </a:prstGeom>
        </p:spPr>
      </p:pic>
    </p:spTree>
    <p:extLst>
      <p:ext uri="{BB962C8B-B14F-4D97-AF65-F5344CB8AC3E}">
        <p14:creationId xmlns:p14="http://schemas.microsoft.com/office/powerpoint/2010/main" val="1770717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Placeholder 12">
            <a:extLst>
              <a:ext uri="{FF2B5EF4-FFF2-40B4-BE49-F238E27FC236}">
                <a16:creationId xmlns:a16="http://schemas.microsoft.com/office/drawing/2014/main" id="{28D7B632-22A3-46A4-956C-1F0B5E3B2AE4}"/>
              </a:ext>
            </a:extLst>
          </p:cNvPr>
          <p:cNvPicPr>
            <a:picLocks noGrp="1" noChangeAspect="1"/>
          </p:cNvPicPr>
          <p:nvPr>
            <p:ph type="pic" idx="10"/>
          </p:nvPr>
        </p:nvPicPr>
        <p:blipFill>
          <a:blip r:embed="rId2" cstate="print">
            <a:extLst>
              <a:ext uri="{28A0092B-C50C-407E-A947-70E740481C1C}">
                <a14:useLocalDpi xmlns:a14="http://schemas.microsoft.com/office/drawing/2010/main" val="0"/>
              </a:ext>
            </a:extLst>
          </a:blip>
          <a:srcRect t="2847" b="2847"/>
          <a:stretch>
            <a:fillRect/>
          </a:stretch>
        </p:blipFill>
        <p:spPr>
          <a:xfrm>
            <a:off x="379510" y="411558"/>
            <a:ext cx="3707904" cy="4171392"/>
          </a:xfrm>
        </p:spPr>
      </p:pic>
      <p:sp>
        <p:nvSpPr>
          <p:cNvPr id="6" name="TextBox 5">
            <a:extLst>
              <a:ext uri="{FF2B5EF4-FFF2-40B4-BE49-F238E27FC236}">
                <a16:creationId xmlns:a16="http://schemas.microsoft.com/office/drawing/2014/main" id="{C1542E12-60D0-49B4-AEE5-54AF56816AC7}"/>
              </a:ext>
            </a:extLst>
          </p:cNvPr>
          <p:cNvSpPr txBox="1"/>
          <p:nvPr/>
        </p:nvSpPr>
        <p:spPr>
          <a:xfrm>
            <a:off x="4283968" y="339502"/>
            <a:ext cx="4536504" cy="400110"/>
          </a:xfrm>
          <a:prstGeom prst="rect">
            <a:avLst/>
          </a:prstGeom>
          <a:noFill/>
        </p:spPr>
        <p:txBody>
          <a:bodyPr wrap="square" rtlCol="0">
            <a:spAutoFit/>
          </a:bodyPr>
          <a:lstStyle/>
          <a:p>
            <a:r>
              <a:rPr lang="en-IN" sz="2000" b="1" dirty="0"/>
              <a:t>MY CONSULTANT</a:t>
            </a:r>
          </a:p>
        </p:txBody>
      </p:sp>
      <p:sp>
        <p:nvSpPr>
          <p:cNvPr id="7" name="TextBox 6">
            <a:extLst>
              <a:ext uri="{FF2B5EF4-FFF2-40B4-BE49-F238E27FC236}">
                <a16:creationId xmlns:a16="http://schemas.microsoft.com/office/drawing/2014/main" id="{BBE48AA9-9DA5-4DDA-AA9A-016A34A4723F}"/>
              </a:ext>
            </a:extLst>
          </p:cNvPr>
          <p:cNvSpPr txBox="1"/>
          <p:nvPr/>
        </p:nvSpPr>
        <p:spPr>
          <a:xfrm>
            <a:off x="4355779" y="897473"/>
            <a:ext cx="4248471" cy="1443152"/>
          </a:xfrm>
          <a:prstGeom prst="rect">
            <a:avLst/>
          </a:prstGeom>
          <a:noFill/>
        </p:spPr>
        <p:txBody>
          <a:bodyPr wrap="square" rtlCol="0">
            <a:spAutoFit/>
          </a:bodyPr>
          <a:lstStyle/>
          <a:p>
            <a:pPr>
              <a:lnSpc>
                <a:spcPct val="150000"/>
              </a:lnSpc>
            </a:pPr>
            <a:r>
              <a:rPr lang="en-IN" sz="1200" b="1" dirty="0"/>
              <a:t>Name</a:t>
            </a:r>
            <a:r>
              <a:rPr lang="en-IN" sz="1200" dirty="0"/>
              <a:t>: Mr. Brijesh Mishra</a:t>
            </a:r>
          </a:p>
          <a:p>
            <a:pPr>
              <a:lnSpc>
                <a:spcPct val="150000"/>
              </a:lnSpc>
            </a:pPr>
            <a:r>
              <a:rPr lang="en-IN" sz="1200" b="1" dirty="0"/>
              <a:t>Designation</a:t>
            </a:r>
            <a:r>
              <a:rPr lang="en-IN" sz="1200" dirty="0"/>
              <a:t>: Senior Consultant – JAVA, ML &amp; DS</a:t>
            </a:r>
          </a:p>
          <a:p>
            <a:pPr>
              <a:lnSpc>
                <a:spcPct val="150000"/>
              </a:lnSpc>
            </a:pPr>
            <a:r>
              <a:rPr lang="en-IN" sz="1200" b="1" dirty="0"/>
              <a:t>Qualification</a:t>
            </a:r>
            <a:r>
              <a:rPr lang="en-IN" sz="1200" dirty="0"/>
              <a:t>: MCA</a:t>
            </a:r>
          </a:p>
          <a:p>
            <a:pPr>
              <a:lnSpc>
                <a:spcPct val="150000"/>
              </a:lnSpc>
            </a:pPr>
            <a:r>
              <a:rPr lang="en-IN" sz="1200" b="1" dirty="0"/>
              <a:t>Experience</a:t>
            </a:r>
            <a:r>
              <a:rPr lang="en-IN" sz="1200" dirty="0"/>
              <a:t> : 20+ Years</a:t>
            </a:r>
          </a:p>
          <a:p>
            <a:pPr>
              <a:lnSpc>
                <a:spcPct val="150000"/>
              </a:lnSpc>
            </a:pPr>
            <a:endParaRPr lang="en-IN" sz="1200" dirty="0"/>
          </a:p>
        </p:txBody>
      </p:sp>
      <p:sp>
        <p:nvSpPr>
          <p:cNvPr id="8" name="Rectangle 7">
            <a:extLst>
              <a:ext uri="{FF2B5EF4-FFF2-40B4-BE49-F238E27FC236}">
                <a16:creationId xmlns:a16="http://schemas.microsoft.com/office/drawing/2014/main" id="{5AFC0FF9-7469-41F7-B57C-F35DC5AAD500}"/>
              </a:ext>
            </a:extLst>
          </p:cNvPr>
          <p:cNvSpPr/>
          <p:nvPr/>
        </p:nvSpPr>
        <p:spPr>
          <a:xfrm>
            <a:off x="4283968" y="2359219"/>
            <a:ext cx="4572000" cy="1997150"/>
          </a:xfrm>
          <a:prstGeom prst="rect">
            <a:avLst/>
          </a:prstGeom>
        </p:spPr>
        <p:txBody>
          <a:bodyPr>
            <a:spAutoFit/>
          </a:bodyPr>
          <a:lstStyle/>
          <a:p>
            <a:pPr algn="just">
              <a:lnSpc>
                <a:spcPct val="150000"/>
              </a:lnSpc>
            </a:pPr>
            <a:r>
              <a:rPr lang="en-US" sz="1200" kern="0" spc="-5" dirty="0">
                <a:solidFill>
                  <a:srgbClr val="000000"/>
                </a:solidFill>
                <a:latin typeface="+mj-lt"/>
                <a:ea typeface="MS Mincho" panose="02020609040205080304" pitchFamily="49" charset="-128"/>
              </a:rPr>
              <a:t>He has a fulfilling Experience of more than 16 Years working in</a:t>
            </a:r>
          </a:p>
          <a:p>
            <a:pPr algn="just">
              <a:lnSpc>
                <a:spcPct val="150000"/>
              </a:lnSpc>
            </a:pPr>
            <a:r>
              <a:rPr lang="en-US" sz="1200" kern="0" spc="-5" dirty="0">
                <a:solidFill>
                  <a:srgbClr val="000000"/>
                </a:solidFill>
                <a:latin typeface="+mj-lt"/>
                <a:ea typeface="MS Mincho" panose="02020609040205080304" pitchFamily="49" charset="-128"/>
              </a:rPr>
              <a:t>the Software Development field and have a great command in </a:t>
            </a:r>
          </a:p>
          <a:p>
            <a:pPr algn="just">
              <a:lnSpc>
                <a:spcPct val="150000"/>
              </a:lnSpc>
            </a:pPr>
            <a:r>
              <a:rPr lang="en-US" sz="1200" kern="0" spc="-5" dirty="0">
                <a:solidFill>
                  <a:srgbClr val="000000"/>
                </a:solidFill>
                <a:latin typeface="+mj-lt"/>
                <a:ea typeface="MS Mincho" panose="02020609040205080304" pitchFamily="49" charset="-128"/>
              </a:rPr>
              <a:t>Programming Concepts &amp; Database Administration. He has </a:t>
            </a:r>
          </a:p>
          <a:p>
            <a:pPr algn="just">
              <a:lnSpc>
                <a:spcPct val="150000"/>
              </a:lnSpc>
            </a:pPr>
            <a:r>
              <a:rPr lang="en-US" sz="1200" kern="0" spc="-5" dirty="0">
                <a:solidFill>
                  <a:srgbClr val="000000"/>
                </a:solidFill>
                <a:latin typeface="+mj-lt"/>
                <a:ea typeface="MS Mincho" panose="02020609040205080304" pitchFamily="49" charset="-128"/>
              </a:rPr>
              <a:t>worked on ERPs, customized software applications, cloud-based applications, PLC devices and many more. Currently working as Senior Consultant in reputed IT firm – Softpro India Computer </a:t>
            </a:r>
          </a:p>
          <a:p>
            <a:pPr algn="just">
              <a:lnSpc>
                <a:spcPct val="150000"/>
              </a:lnSpc>
            </a:pPr>
            <a:r>
              <a:rPr lang="en-US" sz="1200" kern="0" spc="-5" dirty="0">
                <a:solidFill>
                  <a:srgbClr val="000000"/>
                </a:solidFill>
                <a:latin typeface="+mj-lt"/>
                <a:ea typeface="MS Mincho" panose="02020609040205080304" pitchFamily="49" charset="-128"/>
              </a:rPr>
              <a:t>Technologies P Limited.</a:t>
            </a:r>
            <a:r>
              <a:rPr lang="en-IN" sz="1200" kern="0" spc="-5" dirty="0">
                <a:solidFill>
                  <a:srgbClr val="000000"/>
                </a:solidFill>
                <a:latin typeface="+mj-lt"/>
                <a:ea typeface="MS Mincho" panose="02020609040205080304" pitchFamily="49" charset="-128"/>
              </a:rPr>
              <a:t>.</a:t>
            </a:r>
            <a:endParaRPr lang="en-IN" sz="1200" dirty="0">
              <a:latin typeface="+mj-lt"/>
            </a:endParaRPr>
          </a:p>
        </p:txBody>
      </p:sp>
      <p:pic>
        <p:nvPicPr>
          <p:cNvPr id="9" name="Picture 8">
            <a:extLst>
              <a:ext uri="{FF2B5EF4-FFF2-40B4-BE49-F238E27FC236}">
                <a16:creationId xmlns:a16="http://schemas.microsoft.com/office/drawing/2014/main" id="{1A1C225C-AD97-438C-8FBC-F5283B52D3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0392" y="215951"/>
            <a:ext cx="824124" cy="391214"/>
          </a:xfrm>
          <a:prstGeom prst="rect">
            <a:avLst/>
          </a:prstGeom>
        </p:spPr>
      </p:pic>
      <p:cxnSp>
        <p:nvCxnSpPr>
          <p:cNvPr id="11" name="Straight Connector 10">
            <a:extLst>
              <a:ext uri="{FF2B5EF4-FFF2-40B4-BE49-F238E27FC236}">
                <a16:creationId xmlns:a16="http://schemas.microsoft.com/office/drawing/2014/main" id="{A38B046A-7607-4EAA-94E3-791C956FFAC9}"/>
              </a:ext>
            </a:extLst>
          </p:cNvPr>
          <p:cNvCxnSpPr>
            <a:endCxn id="6" idx="2"/>
          </p:cNvCxnSpPr>
          <p:nvPr/>
        </p:nvCxnSpPr>
        <p:spPr>
          <a:xfrm>
            <a:off x="4355779" y="739612"/>
            <a:ext cx="2196441"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5699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11044"/>
            <a:ext cx="9144000" cy="776530"/>
          </a:xfrm>
          <a:prstGeom prst="rect">
            <a:avLst/>
          </a:prstGeom>
        </p:spPr>
        <p:txBody>
          <a:bodyPr/>
          <a:lstStyle/>
          <a:p>
            <a:r>
              <a:rPr lang="en-US" altLang="ko-KR" dirty="0">
                <a:solidFill>
                  <a:srgbClr val="1CBBB4"/>
                </a:solidFill>
              </a:rPr>
              <a:t>PROJECT</a:t>
            </a:r>
            <a:r>
              <a:rPr lang="en-US" altLang="ko-KR" b="1" dirty="0">
                <a:solidFill>
                  <a:srgbClr val="1CBBB4"/>
                </a:solidFill>
              </a:rPr>
              <a:t> </a:t>
            </a:r>
            <a:r>
              <a:rPr lang="en-US" altLang="ko-KR" b="1" dirty="0">
                <a:solidFill>
                  <a:schemeClr val="tx1"/>
                </a:solidFill>
              </a:rPr>
              <a:t>NAME</a:t>
            </a:r>
            <a:endParaRPr lang="ko-KR" altLang="en-US" b="1" dirty="0">
              <a:solidFill>
                <a:srgbClr val="1CBBB4"/>
              </a:solidFill>
            </a:endParaRPr>
          </a:p>
        </p:txBody>
      </p:sp>
      <p:sp>
        <p:nvSpPr>
          <p:cNvPr id="26" name="TextBox 25">
            <a:extLst>
              <a:ext uri="{FF2B5EF4-FFF2-40B4-BE49-F238E27FC236}">
                <a16:creationId xmlns:a16="http://schemas.microsoft.com/office/drawing/2014/main" id="{C5E280C1-8D89-4164-BF4A-65195060FFF4}"/>
              </a:ext>
            </a:extLst>
          </p:cNvPr>
          <p:cNvSpPr txBox="1"/>
          <p:nvPr/>
        </p:nvSpPr>
        <p:spPr>
          <a:xfrm>
            <a:off x="4676044" y="1901137"/>
            <a:ext cx="4248472" cy="1525418"/>
          </a:xfrm>
          <a:prstGeom prst="rect">
            <a:avLst/>
          </a:prstGeom>
          <a:noFill/>
        </p:spPr>
        <p:txBody>
          <a:bodyPr wrap="square" rtlCol="0">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XXXXXXXXXXXXXXXXXXXXXXXXXXXXXXXXXXXXXXXXXXXXXXXXXXXXXXXXXXXXXXXXXXXXXXXXXXXXXXXXXXXXXXXXXXXXXXXXXXXXXXXXXX</a:t>
            </a:r>
            <a:endParaRPr lang="en-IN" sz="1600"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E6136D6A-CE4D-4DED-A3DB-5F1A04490002}"/>
              </a:ext>
            </a:extLst>
          </p:cNvPr>
          <p:cNvSpPr txBox="1"/>
          <p:nvPr/>
        </p:nvSpPr>
        <p:spPr>
          <a:xfrm>
            <a:off x="4676044" y="1635646"/>
            <a:ext cx="2952328" cy="369332"/>
          </a:xfrm>
          <a:prstGeom prst="rect">
            <a:avLst/>
          </a:prstGeom>
          <a:noFill/>
        </p:spPr>
        <p:txBody>
          <a:bodyPr wrap="square" rtlCol="0">
            <a:spAutoFit/>
          </a:bodyPr>
          <a:lstStyle/>
          <a:p>
            <a:r>
              <a:rPr lang="en-IN" b="1" dirty="0"/>
              <a:t>PROJECT OBJECTIVE</a:t>
            </a:r>
          </a:p>
        </p:txBody>
      </p:sp>
      <p:pic>
        <p:nvPicPr>
          <p:cNvPr id="28" name="Picture 27">
            <a:extLst>
              <a:ext uri="{FF2B5EF4-FFF2-40B4-BE49-F238E27FC236}">
                <a16:creationId xmlns:a16="http://schemas.microsoft.com/office/drawing/2014/main" id="{DB026CB7-B10B-47DC-BFC4-C3C09881E13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00392" y="267494"/>
            <a:ext cx="824124" cy="391214"/>
          </a:xfrm>
          <a:prstGeom prst="rect">
            <a:avLst/>
          </a:prstGeom>
        </p:spPr>
      </p:pic>
      <p:sp>
        <p:nvSpPr>
          <p:cNvPr id="4" name="Picture Placeholder 3">
            <a:extLst>
              <a:ext uri="{FF2B5EF4-FFF2-40B4-BE49-F238E27FC236}">
                <a16:creationId xmlns:a16="http://schemas.microsoft.com/office/drawing/2014/main" id="{4153EAF0-83C4-4995-AC05-CD727D2B9977}"/>
              </a:ext>
            </a:extLst>
          </p:cNvPr>
          <p:cNvSpPr>
            <a:spLocks noGrp="1"/>
          </p:cNvSpPr>
          <p:nvPr>
            <p:ph type="pic" idx="1"/>
          </p:nvPr>
        </p:nvSpPr>
        <p:spPr/>
      </p:sp>
    </p:spTree>
    <p:extLst>
      <p:ext uri="{BB962C8B-B14F-4D97-AF65-F5344CB8AC3E}">
        <p14:creationId xmlns:p14="http://schemas.microsoft.com/office/powerpoint/2010/main" val="3591976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763688" y="195485"/>
            <a:ext cx="7380312" cy="606779"/>
          </a:xfrm>
          <a:prstGeom prst="rect">
            <a:avLst/>
          </a:prstGeom>
        </p:spPr>
        <p:txBody>
          <a:bodyPr/>
          <a:lstStyle/>
          <a:p>
            <a:pPr algn="l"/>
            <a:r>
              <a:rPr lang="en-US" altLang="ko-KR" sz="3200" b="1" dirty="0"/>
              <a:t>Project Details</a:t>
            </a:r>
            <a:endParaRPr lang="ko-KR" altLang="en-US" sz="3200" b="1" dirty="0"/>
          </a:p>
        </p:txBody>
      </p:sp>
      <p:sp>
        <p:nvSpPr>
          <p:cNvPr id="7" name="Frame 6"/>
          <p:cNvSpPr/>
          <p:nvPr/>
        </p:nvSpPr>
        <p:spPr>
          <a:xfrm>
            <a:off x="2267664" y="1167534"/>
            <a:ext cx="6156336" cy="3435965"/>
          </a:xfrm>
          <a:prstGeom prst="frame">
            <a:avLst>
              <a:gd name="adj1" fmla="val 18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 name="Rectangle 7"/>
          <p:cNvSpPr/>
          <p:nvPr/>
        </p:nvSpPr>
        <p:spPr>
          <a:xfrm>
            <a:off x="2501516" y="1409352"/>
            <a:ext cx="5688632" cy="29523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1" name="Group 10"/>
          <p:cNvGrpSpPr/>
          <p:nvPr/>
        </p:nvGrpSpPr>
        <p:grpSpPr>
          <a:xfrm>
            <a:off x="2738914" y="1577126"/>
            <a:ext cx="5274840" cy="2635295"/>
            <a:chOff x="2753544" y="1635646"/>
            <a:chExt cx="5274840" cy="2635295"/>
          </a:xfrm>
        </p:grpSpPr>
        <p:sp>
          <p:nvSpPr>
            <p:cNvPr id="9" name="TextBox 8"/>
            <p:cNvSpPr txBox="1"/>
            <p:nvPr/>
          </p:nvSpPr>
          <p:spPr>
            <a:xfrm>
              <a:off x="2753544" y="1962617"/>
              <a:ext cx="5274840" cy="2308324"/>
            </a:xfrm>
            <a:prstGeom prst="rect">
              <a:avLst/>
            </a:prstGeom>
            <a:noFill/>
          </p:spPr>
          <p:txBody>
            <a:bodyPr wrap="square" rtlCol="0">
              <a:spAutoFit/>
            </a:bodyPr>
            <a:lstStyle/>
            <a:p>
              <a:r>
                <a:rPr lang="en-US" altLang="ko-KR" sz="1200" dirty="0">
                  <a:solidFill>
                    <a:schemeClr val="tx1">
                      <a:lumMod val="75000"/>
                      <a:lumOff val="25000"/>
                    </a:schemeClr>
                  </a:solidFill>
                  <a:cs typeface="Arial" pitchFamily="34" charset="0"/>
                </a:rPr>
                <a:t>Get a modern PowerPoint  Presentation that is beautifully designed. I hope and I believe that this Template will your Time, Money and Reputation. Easy to change colors, photos and Text.</a:t>
              </a:r>
            </a:p>
            <a:p>
              <a:endParaRPr lang="en-US" altLang="ko-KR" sz="1200" dirty="0">
                <a:solidFill>
                  <a:schemeClr val="tx1">
                    <a:lumMod val="75000"/>
                    <a:lumOff val="25000"/>
                  </a:schemeClr>
                </a:solidFill>
                <a:cs typeface="Arial" pitchFamily="34" charset="0"/>
              </a:endParaRPr>
            </a:p>
            <a:p>
              <a:r>
                <a:rPr lang="en-US" altLang="ko-KR" sz="1200" dirty="0">
                  <a:solidFill>
                    <a:schemeClr val="tx1">
                      <a:lumMod val="75000"/>
                      <a:lumOff val="25000"/>
                    </a:schemeClr>
                  </a:solidFill>
                  <a:cs typeface="Arial" pitchFamily="34" charset="0"/>
                </a:rPr>
                <a:t>Easy to change colors, photos and Text. Get a modern PowerPoint  Presentation that is beautifully designed. I hope and I believe that this Template will your Time, Money and Reputation. Easy to change colors, photos and Text.</a:t>
              </a:r>
            </a:p>
            <a:p>
              <a:endParaRPr lang="en-US" altLang="ko-KR" sz="1200" dirty="0">
                <a:solidFill>
                  <a:schemeClr val="tx1">
                    <a:lumMod val="75000"/>
                    <a:lumOff val="25000"/>
                  </a:schemeClr>
                </a:solidFill>
                <a:cs typeface="Arial" pitchFamily="34" charset="0"/>
              </a:endParaRPr>
            </a:p>
            <a:p>
              <a:r>
                <a:rPr lang="en-US" altLang="ko-KR" sz="1200" dirty="0">
                  <a:solidFill>
                    <a:schemeClr val="tx1">
                      <a:lumMod val="75000"/>
                      <a:lumOff val="25000"/>
                    </a:schemeClr>
                  </a:solidFill>
                  <a:cs typeface="Arial" pitchFamily="34" charset="0"/>
                </a:rPr>
                <a:t> I hope and I believe that this Template will your Time, Money and Reputation. Easy to change colors, photos and Text. Easy to change colors, photos and Text.</a:t>
              </a:r>
            </a:p>
          </p:txBody>
        </p:sp>
        <p:sp>
          <p:nvSpPr>
            <p:cNvPr id="10" name="TextBox 9"/>
            <p:cNvSpPr txBox="1"/>
            <p:nvPr/>
          </p:nvSpPr>
          <p:spPr>
            <a:xfrm>
              <a:off x="2753544" y="1635646"/>
              <a:ext cx="5274840" cy="276999"/>
            </a:xfrm>
            <a:prstGeom prst="rect">
              <a:avLst/>
            </a:prstGeom>
            <a:noFill/>
          </p:spPr>
          <p:txBody>
            <a:bodyPr wrap="square" rtlCol="0">
              <a:spAutoFit/>
            </a:bodyPr>
            <a:lstStyle/>
            <a:p>
              <a:r>
                <a:rPr lang="en-US" altLang="ko-KR" sz="1200" b="1" dirty="0">
                  <a:solidFill>
                    <a:schemeClr val="tx1">
                      <a:lumMod val="75000"/>
                      <a:lumOff val="25000"/>
                    </a:schemeClr>
                  </a:solidFill>
                  <a:cs typeface="Arial" pitchFamily="34" charset="0"/>
                </a:rPr>
                <a:t>Your Text  Here</a:t>
              </a:r>
              <a:endParaRPr lang="ko-KR" altLang="en-US" sz="1200" b="1" dirty="0">
                <a:solidFill>
                  <a:schemeClr val="tx1">
                    <a:lumMod val="75000"/>
                    <a:lumOff val="25000"/>
                  </a:schemeClr>
                </a:solidFill>
                <a:cs typeface="Arial" pitchFamily="34" charset="0"/>
              </a:endParaRPr>
            </a:p>
          </p:txBody>
        </p:sp>
      </p:grpSp>
    </p:spTree>
    <p:extLst>
      <p:ext uri="{BB962C8B-B14F-4D97-AF65-F5344CB8AC3E}">
        <p14:creationId xmlns:p14="http://schemas.microsoft.com/office/powerpoint/2010/main" val="2190338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3525D4-C147-4073-825F-63646DFE930E}"/>
              </a:ext>
            </a:extLst>
          </p:cNvPr>
          <p:cNvSpPr txBox="1"/>
          <p:nvPr/>
        </p:nvSpPr>
        <p:spPr>
          <a:xfrm>
            <a:off x="2267744" y="1883018"/>
            <a:ext cx="6480720" cy="707886"/>
          </a:xfrm>
          <a:prstGeom prst="rect">
            <a:avLst/>
          </a:prstGeom>
          <a:noFill/>
        </p:spPr>
        <p:txBody>
          <a:bodyPr wrap="square" rtlCol="0">
            <a:spAutoFit/>
          </a:bodyPr>
          <a:lstStyle/>
          <a:p>
            <a:pPr algn="ctr"/>
            <a:r>
              <a:rPr lang="en-IN" sz="4000" b="1" dirty="0"/>
              <a:t>PROJECT MODULES</a:t>
            </a:r>
          </a:p>
        </p:txBody>
      </p:sp>
      <p:pic>
        <p:nvPicPr>
          <p:cNvPr id="6" name="Picture 5">
            <a:extLst>
              <a:ext uri="{FF2B5EF4-FFF2-40B4-BE49-F238E27FC236}">
                <a16:creationId xmlns:a16="http://schemas.microsoft.com/office/drawing/2014/main" id="{659E82D7-BD40-42FD-A3A9-E3F01FC6374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00392" y="215951"/>
            <a:ext cx="824124" cy="391214"/>
          </a:xfrm>
          <a:prstGeom prst="rect">
            <a:avLst/>
          </a:prstGeom>
        </p:spPr>
      </p:pic>
    </p:spTree>
    <p:extLst>
      <p:ext uri="{BB962C8B-B14F-4D97-AF65-F5344CB8AC3E}">
        <p14:creationId xmlns:p14="http://schemas.microsoft.com/office/powerpoint/2010/main" val="3420093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p:spPr>
        <p:txBody>
          <a:bodyPr/>
          <a:lstStyle/>
          <a:p>
            <a:r>
              <a:rPr lang="en-US" altLang="ko-KR" dirty="0"/>
              <a:t>Thank you</a:t>
            </a:r>
            <a:endParaRPr lang="ko-KR" altLang="en-US" dirty="0"/>
          </a:p>
        </p:txBody>
      </p:sp>
      <p:sp>
        <p:nvSpPr>
          <p:cNvPr id="8" name="Text Placeholder 7"/>
          <p:cNvSpPr>
            <a:spLocks noGrp="1"/>
          </p:cNvSpPr>
          <p:nvPr>
            <p:ph type="body" sz="quarter" idx="10"/>
          </p:nvPr>
        </p:nvSpPr>
        <p:spPr/>
        <p:txBody>
          <a:bodyPr/>
          <a:lstStyle/>
          <a:p>
            <a:pPr lvl="0"/>
            <a:r>
              <a:rPr lang="en-US" altLang="ko-KR" sz="1200" b="1" dirty="0"/>
              <a:t>Open to Q&amp;A</a:t>
            </a:r>
            <a:endParaRPr lang="ko-KR" altLang="en-US" sz="1200" b="1" dirty="0"/>
          </a:p>
        </p:txBody>
      </p:sp>
      <p:pic>
        <p:nvPicPr>
          <p:cNvPr id="4" name="Picture 3">
            <a:extLst>
              <a:ext uri="{FF2B5EF4-FFF2-40B4-BE49-F238E27FC236}">
                <a16:creationId xmlns:a16="http://schemas.microsoft.com/office/drawing/2014/main" id="{A4C22977-D835-4682-85E2-3EB216D8402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00392" y="215951"/>
            <a:ext cx="824124" cy="391214"/>
          </a:xfrm>
          <a:prstGeom prst="rect">
            <a:avLst/>
          </a:prstGeom>
        </p:spPr>
      </p:pic>
    </p:spTree>
    <p:extLst>
      <p:ext uri="{BB962C8B-B14F-4D97-AF65-F5344CB8AC3E}">
        <p14:creationId xmlns:p14="http://schemas.microsoft.com/office/powerpoint/2010/main" val="419217634"/>
      </p:ext>
    </p:extLst>
  </p:cSld>
  <p:clrMapOvr>
    <a:masterClrMapping/>
  </p:clrMapOvr>
</p:sld>
</file>

<file path=ppt/theme/theme1.xml><?xml version="1.0" encoding="utf-8"?>
<a:theme xmlns:a="http://schemas.openxmlformats.org/drawingml/2006/main" name="Cover and End Slide Master">
  <a:themeElements>
    <a:clrScheme name="ALLPPT-COLOR-A03">
      <a:dk1>
        <a:sysClr val="windowText" lastClr="000000"/>
      </a:dk1>
      <a:lt1>
        <a:sysClr val="window" lastClr="FFFFFF"/>
      </a:lt1>
      <a:dk2>
        <a:srgbClr val="1F497D"/>
      </a:dk2>
      <a:lt2>
        <a:srgbClr val="EEECE1"/>
      </a:lt2>
      <a:accent1>
        <a:srgbClr val="FEB856"/>
      </a:accent1>
      <a:accent2>
        <a:srgbClr val="1CBBB4"/>
      </a:accent2>
      <a:accent3>
        <a:srgbClr val="9FEDF0"/>
      </a:accent3>
      <a:accent4>
        <a:srgbClr val="9FEDF0"/>
      </a:accent4>
      <a:accent5>
        <a:srgbClr val="576868"/>
      </a:accent5>
      <a:accent6>
        <a:srgbClr val="CBCBCB"/>
      </a:accent6>
      <a:hlink>
        <a:srgbClr val="000000"/>
      </a:hlink>
      <a:folHlink>
        <a:srgbClr val="00000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Contents Slide Master">
  <a:themeElements>
    <a:clrScheme name="ALLPPT-COLOR-A03">
      <a:dk1>
        <a:sysClr val="windowText" lastClr="000000"/>
      </a:dk1>
      <a:lt1>
        <a:sysClr val="window" lastClr="FFFFFF"/>
      </a:lt1>
      <a:dk2>
        <a:srgbClr val="1F497D"/>
      </a:dk2>
      <a:lt2>
        <a:srgbClr val="EEECE1"/>
      </a:lt2>
      <a:accent1>
        <a:srgbClr val="FEB856"/>
      </a:accent1>
      <a:accent2>
        <a:srgbClr val="1CBBB4"/>
      </a:accent2>
      <a:accent3>
        <a:srgbClr val="9FEDF0"/>
      </a:accent3>
      <a:accent4>
        <a:srgbClr val="9FEDF0"/>
      </a:accent4>
      <a:accent5>
        <a:srgbClr val="576868"/>
      </a:accent5>
      <a:accent6>
        <a:srgbClr val="CBCBCB"/>
      </a:accent6>
      <a:hlink>
        <a:srgbClr val="000000"/>
      </a:hlink>
      <a:folHlink>
        <a:srgbClr val="00000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Section Break Slide Master">
  <a:themeElements>
    <a:clrScheme name="ALLPPT-COLOR-A03">
      <a:dk1>
        <a:sysClr val="windowText" lastClr="000000"/>
      </a:dk1>
      <a:lt1>
        <a:sysClr val="window" lastClr="FFFFFF"/>
      </a:lt1>
      <a:dk2>
        <a:srgbClr val="1F497D"/>
      </a:dk2>
      <a:lt2>
        <a:srgbClr val="EEECE1"/>
      </a:lt2>
      <a:accent1>
        <a:srgbClr val="FEB856"/>
      </a:accent1>
      <a:accent2>
        <a:srgbClr val="1CBBB4"/>
      </a:accent2>
      <a:accent3>
        <a:srgbClr val="9FEDF0"/>
      </a:accent3>
      <a:accent4>
        <a:srgbClr val="9FEDF0"/>
      </a:accent4>
      <a:accent5>
        <a:srgbClr val="576868"/>
      </a:accent5>
      <a:accent6>
        <a:srgbClr val="CBCBCB"/>
      </a:accent6>
      <a:hlink>
        <a:srgbClr val="000000"/>
      </a:hlink>
      <a:folHlink>
        <a:srgbClr val="00000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1896</TotalTime>
  <Words>644</Words>
  <Application>Microsoft Office PowerPoint</Application>
  <PresentationFormat>On-screen Show (16:9)</PresentationFormat>
  <Paragraphs>101</Paragraphs>
  <Slides>13</Slides>
  <Notes>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13</vt:i4>
      </vt:variant>
    </vt:vector>
  </HeadingPairs>
  <TitlesOfParts>
    <vt:vector size="21" baseType="lpstr">
      <vt:lpstr>맑은 고딕</vt:lpstr>
      <vt:lpstr>Arial</vt:lpstr>
      <vt:lpstr>Calibri</vt:lpstr>
      <vt:lpstr>Times New Roman</vt:lpstr>
      <vt:lpstr>Wingdings</vt:lpstr>
      <vt:lpstr>Cover and End Slide Master</vt:lpstr>
      <vt:lpstr>Contents Slide Master</vt:lpstr>
      <vt:lpstr>Section Break Slide Master</vt:lpstr>
      <vt:lpstr>Presentation on  Summer Internship 2026</vt:lpstr>
      <vt:lpstr>Agenda Layout</vt:lpstr>
      <vt:lpstr>PowerPoint Presentation</vt:lpstr>
      <vt:lpstr>Our Project Team</vt:lpstr>
      <vt:lpstr>SOFTPRO INDIA </vt:lpstr>
      <vt:lpstr>PowerPoint Presentation</vt:lpstr>
      <vt:lpstr>About Softpro</vt:lpstr>
      <vt:lpstr>PowerPoint Presentation</vt:lpstr>
      <vt:lpstr>PowerPoint Presentation</vt:lpstr>
      <vt:lpstr>PROJECT NAME</vt:lpstr>
      <vt:lpstr>Project Details</vt:lpstr>
      <vt:lpstr>PowerPoint Presentation</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googleslidesppt.com;allppt.com</dc:creator>
  <cp:lastModifiedBy>Arjudeep Kulshrestha</cp:lastModifiedBy>
  <cp:revision>126</cp:revision>
  <dcterms:created xsi:type="dcterms:W3CDTF">2016-11-09T00:26:40Z</dcterms:created>
  <dcterms:modified xsi:type="dcterms:W3CDTF">2026-07-18T07:48:44Z</dcterms:modified>
</cp:coreProperties>
</file>